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60" r:id="rId3"/>
    <p:sldId id="312" r:id="rId4"/>
    <p:sldId id="273" r:id="rId5"/>
    <p:sldId id="266" r:id="rId6"/>
    <p:sldId id="309" r:id="rId7"/>
    <p:sldId id="270" r:id="rId8"/>
    <p:sldId id="280" r:id="rId9"/>
    <p:sldId id="287" r:id="rId10"/>
  </p:sldIdLst>
  <p:sldSz cx="9144000" cy="5143500" type="screen16x9"/>
  <p:notesSz cx="6858000" cy="9144000"/>
  <p:embeddedFontLst>
    <p:embeddedFont>
      <p:font typeface="Arimo" panose="020B0604020202020204" charset="0"/>
      <p:regular r:id="rId12"/>
      <p:bold r:id="rId13"/>
      <p:italic r:id="rId14"/>
      <p:boldItalic r:id="rId15"/>
    </p:embeddedFont>
    <p:embeddedFont>
      <p:font typeface="Krona One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A99644-9821-487E-916F-39B1F31228C0}">
  <a:tblStyle styleId="{29A99644-9821-487E-916F-39B1F31228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5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yden Wei Chyeh Ooi" userId="cf338cee1dbe1432" providerId="LiveId" clId="{0A67E8E6-216A-4E5E-AC4D-E8A389F2044E}"/>
    <pc:docChg chg="undo redo custSel addSld delSld modSld sldOrd delMainMaster">
      <pc:chgData name="Wayden Wei Chyeh Ooi" userId="cf338cee1dbe1432" providerId="LiveId" clId="{0A67E8E6-216A-4E5E-AC4D-E8A389F2044E}" dt="2025-11-21T08:35:22.075" v="3532" actId="20577"/>
      <pc:docMkLst>
        <pc:docMk/>
      </pc:docMkLst>
      <pc:sldChg chg="modSp mod modTransition">
        <pc:chgData name="Wayden Wei Chyeh Ooi" userId="cf338cee1dbe1432" providerId="LiveId" clId="{0A67E8E6-216A-4E5E-AC4D-E8A389F2044E}" dt="2025-11-21T08:16:46.043" v="3155" actId="20577"/>
        <pc:sldMkLst>
          <pc:docMk/>
          <pc:sldMk cId="0" sldId="256"/>
        </pc:sldMkLst>
        <pc:spChg chg="mod">
          <ac:chgData name="Wayden Wei Chyeh Ooi" userId="cf338cee1dbe1432" providerId="LiveId" clId="{0A67E8E6-216A-4E5E-AC4D-E8A389F2044E}" dt="2025-10-22T07:49:10.426" v="509" actId="20577"/>
          <ac:spMkLst>
            <pc:docMk/>
            <pc:sldMk cId="0" sldId="256"/>
            <ac:spMk id="474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16:46.043" v="3155" actId="20577"/>
          <ac:spMkLst>
            <pc:docMk/>
            <pc:sldMk cId="0" sldId="256"/>
            <ac:spMk id="480" creationId="{00000000-0000-0000-0000-000000000000}"/>
          </ac:spMkLst>
        </pc:spChg>
      </pc:sldChg>
      <pc:sldChg chg="addSp delSp modSp mod modTransition">
        <pc:chgData name="Wayden Wei Chyeh Ooi" userId="cf338cee1dbe1432" providerId="LiveId" clId="{0A67E8E6-216A-4E5E-AC4D-E8A389F2044E}" dt="2025-10-22T10:59:20.747" v="2885" actId="14100"/>
        <pc:sldMkLst>
          <pc:docMk/>
          <pc:sldMk cId="0" sldId="260"/>
        </pc:sldMkLst>
        <pc:spChg chg="add mod">
          <ac:chgData name="Wayden Wei Chyeh Ooi" userId="cf338cee1dbe1432" providerId="LiveId" clId="{0A67E8E6-216A-4E5E-AC4D-E8A389F2044E}" dt="2025-10-22T10:56:57.984" v="2857" actId="1076"/>
          <ac:spMkLst>
            <pc:docMk/>
            <pc:sldMk cId="0" sldId="260"/>
            <ac:spMk id="3" creationId="{03D73B88-B4E8-BE1D-A939-C4DF8C92BE17}"/>
          </ac:spMkLst>
        </pc:spChg>
        <pc:spChg chg="mod">
          <ac:chgData name="Wayden Wei Chyeh Ooi" userId="cf338cee1dbe1432" providerId="LiveId" clId="{0A67E8E6-216A-4E5E-AC4D-E8A389F2044E}" dt="2025-10-22T10:56:31.629" v="2850" actId="1076"/>
          <ac:spMkLst>
            <pc:docMk/>
            <pc:sldMk cId="0" sldId="260"/>
            <ac:spMk id="5" creationId="{A5269942-2986-B55C-5747-D0E7EB435D35}"/>
          </ac:spMkLst>
        </pc:spChg>
        <pc:spChg chg="mod">
          <ac:chgData name="Wayden Wei Chyeh Ooi" userId="cf338cee1dbe1432" providerId="LiveId" clId="{0A67E8E6-216A-4E5E-AC4D-E8A389F2044E}" dt="2025-10-22T10:56:31.629" v="2850" actId="1076"/>
          <ac:spMkLst>
            <pc:docMk/>
            <pc:sldMk cId="0" sldId="260"/>
            <ac:spMk id="6" creationId="{ABF1325B-BE57-9151-556B-87605831D7C4}"/>
          </ac:spMkLst>
        </pc:spChg>
        <pc:spChg chg="mod">
          <ac:chgData name="Wayden Wei Chyeh Ooi" userId="cf338cee1dbe1432" providerId="LiveId" clId="{0A67E8E6-216A-4E5E-AC4D-E8A389F2044E}" dt="2025-10-22T10:56:31.629" v="2850" actId="1076"/>
          <ac:spMkLst>
            <pc:docMk/>
            <pc:sldMk cId="0" sldId="260"/>
            <ac:spMk id="7" creationId="{BB23FF6F-0FEC-1EE8-B2EE-733C98F3520E}"/>
          </ac:spMkLst>
        </pc:spChg>
        <pc:spChg chg="mod">
          <ac:chgData name="Wayden Wei Chyeh Ooi" userId="cf338cee1dbe1432" providerId="LiveId" clId="{0A67E8E6-216A-4E5E-AC4D-E8A389F2044E}" dt="2025-10-22T10:56:22.907" v="2849" actId="1076"/>
          <ac:spMkLst>
            <pc:docMk/>
            <pc:sldMk cId="0" sldId="260"/>
            <ac:spMk id="9" creationId="{D561D76A-08AE-54C6-CC3E-CB2E8A1B75B0}"/>
          </ac:spMkLst>
        </pc:spChg>
        <pc:spChg chg="mod">
          <ac:chgData name="Wayden Wei Chyeh Ooi" userId="cf338cee1dbe1432" providerId="LiveId" clId="{0A67E8E6-216A-4E5E-AC4D-E8A389F2044E}" dt="2025-10-22T10:56:22.907" v="2849" actId="1076"/>
          <ac:spMkLst>
            <pc:docMk/>
            <pc:sldMk cId="0" sldId="260"/>
            <ac:spMk id="10" creationId="{A724723E-B6C3-36DF-3F2F-A764098B976D}"/>
          </ac:spMkLst>
        </pc:spChg>
        <pc:spChg chg="mod">
          <ac:chgData name="Wayden Wei Chyeh Ooi" userId="cf338cee1dbe1432" providerId="LiveId" clId="{0A67E8E6-216A-4E5E-AC4D-E8A389F2044E}" dt="2025-10-22T10:56:22.907" v="2849" actId="1076"/>
          <ac:spMkLst>
            <pc:docMk/>
            <pc:sldMk cId="0" sldId="260"/>
            <ac:spMk id="11" creationId="{0AD734DA-50AB-C3EE-4C47-D66AB2304F0D}"/>
          </ac:spMkLst>
        </pc:spChg>
        <pc:spChg chg="mod">
          <ac:chgData name="Wayden Wei Chyeh Ooi" userId="cf338cee1dbe1432" providerId="LiveId" clId="{0A67E8E6-216A-4E5E-AC4D-E8A389F2044E}" dt="2025-10-22T10:55:52.322" v="2846" actId="1076"/>
          <ac:spMkLst>
            <pc:docMk/>
            <pc:sldMk cId="0" sldId="260"/>
            <ac:spMk id="13" creationId="{3ACF93C1-B6E7-DD4F-DF75-DF23756B8077}"/>
          </ac:spMkLst>
        </pc:spChg>
        <pc:spChg chg="mod">
          <ac:chgData name="Wayden Wei Chyeh Ooi" userId="cf338cee1dbe1432" providerId="LiveId" clId="{0A67E8E6-216A-4E5E-AC4D-E8A389F2044E}" dt="2025-10-22T10:55:52.322" v="2846" actId="1076"/>
          <ac:spMkLst>
            <pc:docMk/>
            <pc:sldMk cId="0" sldId="260"/>
            <ac:spMk id="14" creationId="{AC687B6C-2025-000C-2150-462AEBBC9A96}"/>
          </ac:spMkLst>
        </pc:spChg>
        <pc:spChg chg="mod">
          <ac:chgData name="Wayden Wei Chyeh Ooi" userId="cf338cee1dbe1432" providerId="LiveId" clId="{0A67E8E6-216A-4E5E-AC4D-E8A389F2044E}" dt="2025-10-22T10:55:52.322" v="2846" actId="1076"/>
          <ac:spMkLst>
            <pc:docMk/>
            <pc:sldMk cId="0" sldId="260"/>
            <ac:spMk id="15" creationId="{C60D97AF-674D-5694-F16F-A237F50FFEB1}"/>
          </ac:spMkLst>
        </pc:spChg>
        <pc:spChg chg="add mod">
          <ac:chgData name="Wayden Wei Chyeh Ooi" userId="cf338cee1dbe1432" providerId="LiveId" clId="{0A67E8E6-216A-4E5E-AC4D-E8A389F2044E}" dt="2025-10-22T10:57:28.575" v="2872" actId="20577"/>
          <ac:spMkLst>
            <pc:docMk/>
            <pc:sldMk cId="0" sldId="260"/>
            <ac:spMk id="16" creationId="{4B3D51E8-DD69-FA9F-C4E4-7AEF64634F56}"/>
          </ac:spMkLst>
        </pc:spChg>
        <pc:spChg chg="add mod">
          <ac:chgData name="Wayden Wei Chyeh Ooi" userId="cf338cee1dbe1432" providerId="LiveId" clId="{0A67E8E6-216A-4E5E-AC4D-E8A389F2044E}" dt="2025-10-22T10:56:35.959" v="2851" actId="113"/>
          <ac:spMkLst>
            <pc:docMk/>
            <pc:sldMk cId="0" sldId="260"/>
            <ac:spMk id="17" creationId="{0EF3846E-D8FA-D88D-8530-1D2F62C3F383}"/>
          </ac:spMkLst>
        </pc:spChg>
        <pc:spChg chg="add mod">
          <ac:chgData name="Wayden Wei Chyeh Ooi" userId="cf338cee1dbe1432" providerId="LiveId" clId="{0A67E8E6-216A-4E5E-AC4D-E8A389F2044E}" dt="2025-10-22T10:59:20.747" v="2885" actId="14100"/>
          <ac:spMkLst>
            <pc:docMk/>
            <pc:sldMk cId="0" sldId="260"/>
            <ac:spMk id="18" creationId="{0D4C6D55-9762-B926-2CBC-B461CD3F694E}"/>
          </ac:spMkLst>
        </pc:spChg>
        <pc:spChg chg="mod">
          <ac:chgData name="Wayden Wei Chyeh Ooi" userId="cf338cee1dbe1432" providerId="LiveId" clId="{0A67E8E6-216A-4E5E-AC4D-E8A389F2044E}" dt="2025-10-22T10:57:59.640" v="2875" actId="14100"/>
          <ac:spMkLst>
            <pc:docMk/>
            <pc:sldMk cId="0" sldId="260"/>
            <ac:spMk id="536" creationId="{00000000-0000-0000-0000-000000000000}"/>
          </ac:spMkLst>
        </pc:spChg>
        <pc:grpChg chg="add mod">
          <ac:chgData name="Wayden Wei Chyeh Ooi" userId="cf338cee1dbe1432" providerId="LiveId" clId="{0A67E8E6-216A-4E5E-AC4D-E8A389F2044E}" dt="2025-10-22T10:56:31.629" v="2850" actId="1076"/>
          <ac:grpSpMkLst>
            <pc:docMk/>
            <pc:sldMk cId="0" sldId="260"/>
            <ac:grpSpMk id="4" creationId="{64294CE7-634F-0C94-2EB3-34C9A7BF0259}"/>
          </ac:grpSpMkLst>
        </pc:grpChg>
        <pc:grpChg chg="add mod">
          <ac:chgData name="Wayden Wei Chyeh Ooi" userId="cf338cee1dbe1432" providerId="LiveId" clId="{0A67E8E6-216A-4E5E-AC4D-E8A389F2044E}" dt="2025-10-22T10:56:22.907" v="2849" actId="1076"/>
          <ac:grpSpMkLst>
            <pc:docMk/>
            <pc:sldMk cId="0" sldId="260"/>
            <ac:grpSpMk id="8" creationId="{CF3E9618-789D-8F42-AE75-CFEC1BBDFE1E}"/>
          </ac:grpSpMkLst>
        </pc:grpChg>
        <pc:grpChg chg="add mod">
          <ac:chgData name="Wayden Wei Chyeh Ooi" userId="cf338cee1dbe1432" providerId="LiveId" clId="{0A67E8E6-216A-4E5E-AC4D-E8A389F2044E}" dt="2025-10-22T10:56:50.575" v="2856" actId="1076"/>
          <ac:grpSpMkLst>
            <pc:docMk/>
            <pc:sldMk cId="0" sldId="260"/>
            <ac:grpSpMk id="12" creationId="{6911F9BF-F7FF-CBF6-92C6-0AC22D94BA68}"/>
          </ac:grpSpMkLst>
        </pc:grpChg>
        <pc:picChg chg="mod">
          <ac:chgData name="Wayden Wei Chyeh Ooi" userId="cf338cee1dbe1432" providerId="LiveId" clId="{0A67E8E6-216A-4E5E-AC4D-E8A389F2044E}" dt="2025-10-22T10:55:36.803" v="2843" actId="1076"/>
          <ac:picMkLst>
            <pc:docMk/>
            <pc:sldMk cId="0" sldId="260"/>
            <ac:picMk id="538" creationId="{00000000-0000-0000-0000-000000000000}"/>
          </ac:picMkLst>
        </pc:picChg>
        <pc:picChg chg="mod">
          <ac:chgData name="Wayden Wei Chyeh Ooi" userId="cf338cee1dbe1432" providerId="LiveId" clId="{0A67E8E6-216A-4E5E-AC4D-E8A389F2044E}" dt="2025-10-22T10:50:52.774" v="2677" actId="1076"/>
          <ac:picMkLst>
            <pc:docMk/>
            <pc:sldMk cId="0" sldId="260"/>
            <ac:picMk id="539" creationId="{00000000-0000-0000-0000-000000000000}"/>
          </ac:picMkLst>
        </pc:picChg>
      </pc:sldChg>
      <pc:sldChg chg="addSp delSp modSp del mod ord modTransition modShow">
        <pc:chgData name="Wayden Wei Chyeh Ooi" userId="cf338cee1dbe1432" providerId="LiveId" clId="{0A67E8E6-216A-4E5E-AC4D-E8A389F2044E}" dt="2025-11-20T14:09:29.745" v="3063" actId="47"/>
        <pc:sldMkLst>
          <pc:docMk/>
          <pc:sldMk cId="0" sldId="262"/>
        </pc:sldMkLst>
      </pc:sldChg>
      <pc:sldChg chg="addSp delSp modSp mod ord modTransition">
        <pc:chgData name="Wayden Wei Chyeh Ooi" userId="cf338cee1dbe1432" providerId="LiveId" clId="{0A67E8E6-216A-4E5E-AC4D-E8A389F2044E}" dt="2025-11-21T08:35:11.847" v="3531" actId="20577"/>
        <pc:sldMkLst>
          <pc:docMk/>
          <pc:sldMk cId="0" sldId="266"/>
        </pc:sldMkLst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3" creationId="{A441EB0A-2517-2A0E-E62D-9D91E4B927B8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4" creationId="{4C30602D-FDFA-D909-FDA8-FB2E6FECA026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5" creationId="{D7DDC79C-6035-3646-870A-4D678ABEC4F7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6" creationId="{25F526B9-E7AC-1CEF-F7E8-1CC186FE7BAB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7" creationId="{5C5A239A-E0FD-E4DC-43E1-1C4C472A8D72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8" creationId="{5491B810-D090-58BD-EAAD-444999BE01FF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9" creationId="{A77104CF-BB7E-07C1-477A-DBB805ED4998}"/>
          </ac:spMkLst>
        </pc:spChg>
        <pc:spChg chg="mod">
          <ac:chgData name="Wayden Wei Chyeh Ooi" userId="cf338cee1dbe1432" providerId="LiveId" clId="{0A67E8E6-216A-4E5E-AC4D-E8A389F2044E}" dt="2025-10-22T08:01:57.857" v="955" actId="208"/>
          <ac:spMkLst>
            <pc:docMk/>
            <pc:sldMk cId="0" sldId="266"/>
            <ac:spMk id="10" creationId="{5BD63A17-0731-76B7-D12D-B7D80EA939B0}"/>
          </ac:spMkLst>
        </pc:spChg>
        <pc:spChg chg="mod">
          <ac:chgData name="Wayden Wei Chyeh Ooi" userId="cf338cee1dbe1432" providerId="LiveId" clId="{0A67E8E6-216A-4E5E-AC4D-E8A389F2044E}" dt="2025-10-22T08:08:53.850" v="1113"/>
          <ac:spMkLst>
            <pc:docMk/>
            <pc:sldMk cId="0" sldId="266"/>
            <ac:spMk id="12" creationId="{C3E74DBB-DE99-FDA3-B6B6-13BB5C29D121}"/>
          </ac:spMkLst>
        </pc:spChg>
        <pc:spChg chg="mod">
          <ac:chgData name="Wayden Wei Chyeh Ooi" userId="cf338cee1dbe1432" providerId="LiveId" clId="{0A67E8E6-216A-4E5E-AC4D-E8A389F2044E}" dt="2025-10-22T08:08:53.850" v="1113"/>
          <ac:spMkLst>
            <pc:docMk/>
            <pc:sldMk cId="0" sldId="266"/>
            <ac:spMk id="13" creationId="{7E91A5C3-44BA-B1FF-83D1-553288F5297A}"/>
          </ac:spMkLst>
        </pc:spChg>
        <pc:spChg chg="mod">
          <ac:chgData name="Wayden Wei Chyeh Ooi" userId="cf338cee1dbe1432" providerId="LiveId" clId="{0A67E8E6-216A-4E5E-AC4D-E8A389F2044E}" dt="2025-10-22T08:08:53.850" v="1113"/>
          <ac:spMkLst>
            <pc:docMk/>
            <pc:sldMk cId="0" sldId="266"/>
            <ac:spMk id="14" creationId="{CFEDA4AD-F197-2B16-5F24-1DEDADDFA7C9}"/>
          </ac:spMkLst>
        </pc:spChg>
        <pc:spChg chg="mod">
          <ac:chgData name="Wayden Wei Chyeh Ooi" userId="cf338cee1dbe1432" providerId="LiveId" clId="{0A67E8E6-216A-4E5E-AC4D-E8A389F2044E}" dt="2025-10-22T08:08:53.850" v="1113"/>
          <ac:spMkLst>
            <pc:docMk/>
            <pc:sldMk cId="0" sldId="266"/>
            <ac:spMk id="15" creationId="{41A515CD-DA3E-E3FE-C743-A4D29F7B8E88}"/>
          </ac:spMkLst>
        </pc:spChg>
        <pc:spChg chg="mod">
          <ac:chgData name="Wayden Wei Chyeh Ooi" userId="cf338cee1dbe1432" providerId="LiveId" clId="{0A67E8E6-216A-4E5E-AC4D-E8A389F2044E}" dt="2025-10-22T07:55:59.292" v="669" actId="20577"/>
          <ac:spMkLst>
            <pc:docMk/>
            <pc:sldMk cId="0" sldId="266"/>
            <ac:spMk id="624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0-22T07:56:18.407" v="689" actId="20577"/>
          <ac:spMkLst>
            <pc:docMk/>
            <pc:sldMk cId="0" sldId="266"/>
            <ac:spMk id="625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0-22T08:09:36.591" v="1123" actId="1076"/>
          <ac:spMkLst>
            <pc:docMk/>
            <pc:sldMk cId="0" sldId="266"/>
            <ac:spMk id="626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35:11.847" v="3531" actId="20577"/>
          <ac:spMkLst>
            <pc:docMk/>
            <pc:sldMk cId="0" sldId="266"/>
            <ac:spMk id="627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28:22.669" v="3356" actId="20577"/>
          <ac:spMkLst>
            <pc:docMk/>
            <pc:sldMk cId="0" sldId="266"/>
            <ac:spMk id="628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0T14:12:05.737" v="3147" actId="20577"/>
          <ac:spMkLst>
            <pc:docMk/>
            <pc:sldMk cId="0" sldId="266"/>
            <ac:spMk id="630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24:31.379" v="3165" actId="20577"/>
          <ac:spMkLst>
            <pc:docMk/>
            <pc:sldMk cId="0" sldId="266"/>
            <ac:spMk id="631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24:40.588" v="3178" actId="20577"/>
          <ac:spMkLst>
            <pc:docMk/>
            <pc:sldMk cId="0" sldId="266"/>
            <ac:spMk id="632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1-21T08:29:20.185" v="3430" actId="20577"/>
          <ac:spMkLst>
            <pc:docMk/>
            <pc:sldMk cId="0" sldId="266"/>
            <ac:spMk id="633" creationId="{00000000-0000-0000-0000-000000000000}"/>
          </ac:spMkLst>
        </pc:spChg>
        <pc:grpChg chg="add mod">
          <ac:chgData name="Wayden Wei Chyeh Ooi" userId="cf338cee1dbe1432" providerId="LiveId" clId="{0A67E8E6-216A-4E5E-AC4D-E8A389F2044E}" dt="2025-10-22T08:01:25.081" v="953" actId="1076"/>
          <ac:grpSpMkLst>
            <pc:docMk/>
            <pc:sldMk cId="0" sldId="266"/>
            <ac:grpSpMk id="2" creationId="{99C75C4F-4BC8-6F40-7B8A-623CC30443AD}"/>
          </ac:grpSpMkLst>
        </pc:grpChg>
        <pc:grpChg chg="add mod">
          <ac:chgData name="Wayden Wei Chyeh Ooi" userId="cf338cee1dbe1432" providerId="LiveId" clId="{0A67E8E6-216A-4E5E-AC4D-E8A389F2044E}" dt="2025-10-22T08:09:22.266" v="1122" actId="1076"/>
          <ac:grpSpMkLst>
            <pc:docMk/>
            <pc:sldMk cId="0" sldId="266"/>
            <ac:grpSpMk id="11" creationId="{9BAB88BE-1484-DFCE-3C66-A9949748ACD0}"/>
          </ac:grpSpMkLst>
        </pc:grpChg>
        <pc:picChg chg="add mod">
          <ac:chgData name="Wayden Wei Chyeh Ooi" userId="cf338cee1dbe1432" providerId="LiveId" clId="{0A67E8E6-216A-4E5E-AC4D-E8A389F2044E}" dt="2025-10-22T08:07:20.115" v="1096" actId="14100"/>
          <ac:picMkLst>
            <pc:docMk/>
            <pc:sldMk cId="0" sldId="266"/>
            <ac:picMk id="1044" creationId="{3782C1AD-FDCB-FF0F-FBE6-E5E6CBDC8945}"/>
          </ac:picMkLst>
        </pc:picChg>
        <pc:picChg chg="add mod">
          <ac:chgData name="Wayden Wei Chyeh Ooi" userId="cf338cee1dbe1432" providerId="LiveId" clId="{0A67E8E6-216A-4E5E-AC4D-E8A389F2044E}" dt="2025-10-22T08:10:08.213" v="1186" actId="1367"/>
          <ac:picMkLst>
            <pc:docMk/>
            <pc:sldMk cId="0" sldId="266"/>
            <ac:picMk id="1046" creationId="{661A0615-D9E2-4F7B-8C26-DE23A1494AA3}"/>
          </ac:picMkLst>
        </pc:picChg>
      </pc:sldChg>
      <pc:sldChg chg="modSp mod ord modTransition">
        <pc:chgData name="Wayden Wei Chyeh Ooi" userId="cf338cee1dbe1432" providerId="LiveId" clId="{0A67E8E6-216A-4E5E-AC4D-E8A389F2044E}" dt="2025-10-22T09:41:46.235" v="2449" actId="1076"/>
        <pc:sldMkLst>
          <pc:docMk/>
          <pc:sldMk cId="0" sldId="270"/>
        </pc:sldMkLst>
        <pc:spChg chg="mod">
          <ac:chgData name="Wayden Wei Chyeh Ooi" userId="cf338cee1dbe1432" providerId="LiveId" clId="{0A67E8E6-216A-4E5E-AC4D-E8A389F2044E}" dt="2025-10-22T09:41:46.235" v="2449" actId="1076"/>
          <ac:spMkLst>
            <pc:docMk/>
            <pc:sldMk cId="0" sldId="270"/>
            <ac:spMk id="726" creationId="{00000000-0000-0000-0000-000000000000}"/>
          </ac:spMkLst>
        </pc:spChg>
        <pc:grpChg chg="mod">
          <ac:chgData name="Wayden Wei Chyeh Ooi" userId="cf338cee1dbe1432" providerId="LiveId" clId="{0A67E8E6-216A-4E5E-AC4D-E8A389F2044E}" dt="2025-10-22T09:38:01.901" v="2062" actId="1076"/>
          <ac:grpSpMkLst>
            <pc:docMk/>
            <pc:sldMk cId="0" sldId="270"/>
            <ac:grpSpMk id="731" creationId="{00000000-0000-0000-0000-000000000000}"/>
          </ac:grpSpMkLst>
        </pc:grpChg>
        <pc:picChg chg="mod">
          <ac:chgData name="Wayden Wei Chyeh Ooi" userId="cf338cee1dbe1432" providerId="LiveId" clId="{0A67E8E6-216A-4E5E-AC4D-E8A389F2044E}" dt="2025-10-22T09:38:46.634" v="2063"/>
          <ac:picMkLst>
            <pc:docMk/>
            <pc:sldMk cId="0" sldId="270"/>
            <ac:picMk id="730" creationId="{00000000-0000-0000-0000-000000000000}"/>
          </ac:picMkLst>
        </pc:picChg>
      </pc:sldChg>
      <pc:sldChg chg="addSp delSp modSp mod ord modTransition">
        <pc:chgData name="Wayden Wei Chyeh Ooi" userId="cf338cee1dbe1432" providerId="LiveId" clId="{0A67E8E6-216A-4E5E-AC4D-E8A389F2044E}" dt="2025-11-21T08:30:59.330" v="3474" actId="20577"/>
        <pc:sldMkLst>
          <pc:docMk/>
          <pc:sldMk cId="0" sldId="273"/>
        </pc:sldMkLst>
        <pc:spChg chg="add mod">
          <ac:chgData name="Wayden Wei Chyeh Ooi" userId="cf338cee1dbe1432" providerId="LiveId" clId="{0A67E8E6-216A-4E5E-AC4D-E8A389F2044E}" dt="2025-11-21T08:30:59.330" v="3474" actId="20577"/>
          <ac:spMkLst>
            <pc:docMk/>
            <pc:sldMk cId="0" sldId="273"/>
            <ac:spMk id="18" creationId="{B6A314D5-E2B7-8FF5-348E-94FFA5A8470C}"/>
          </ac:spMkLst>
        </pc:spChg>
        <pc:spChg chg="add mod">
          <ac:chgData name="Wayden Wei Chyeh Ooi" userId="cf338cee1dbe1432" providerId="LiveId" clId="{0A67E8E6-216A-4E5E-AC4D-E8A389F2044E}" dt="2025-10-22T08:21:34.269" v="1424" actId="1076"/>
          <ac:spMkLst>
            <pc:docMk/>
            <pc:sldMk cId="0" sldId="273"/>
            <ac:spMk id="23" creationId="{BB802D96-6DAF-D7DF-F83F-0045803F0670}"/>
          </ac:spMkLst>
        </pc:spChg>
        <pc:spChg chg="add mod">
          <ac:chgData name="Wayden Wei Chyeh Ooi" userId="cf338cee1dbe1432" providerId="LiveId" clId="{0A67E8E6-216A-4E5E-AC4D-E8A389F2044E}" dt="2025-10-22T08:21:46.948" v="1429" actId="1076"/>
          <ac:spMkLst>
            <pc:docMk/>
            <pc:sldMk cId="0" sldId="273"/>
            <ac:spMk id="24" creationId="{FA1A7292-7517-05D8-D908-307859B2059F}"/>
          </ac:spMkLst>
        </pc:spChg>
        <pc:spChg chg="add mod">
          <ac:chgData name="Wayden Wei Chyeh Ooi" userId="cf338cee1dbe1432" providerId="LiveId" clId="{0A67E8E6-216A-4E5E-AC4D-E8A389F2044E}" dt="2025-10-22T08:21:50.900" v="1430" actId="1076"/>
          <ac:spMkLst>
            <pc:docMk/>
            <pc:sldMk cId="0" sldId="273"/>
            <ac:spMk id="25" creationId="{80C2EE5D-9413-9D9C-ABC4-7D0C39689A69}"/>
          </ac:spMkLst>
        </pc:spChg>
        <pc:spChg chg="add mod">
          <ac:chgData name="Wayden Wei Chyeh Ooi" userId="cf338cee1dbe1432" providerId="LiveId" clId="{0A67E8E6-216A-4E5E-AC4D-E8A389F2044E}" dt="2025-10-22T08:21:55.678" v="1431" actId="1076"/>
          <ac:spMkLst>
            <pc:docMk/>
            <pc:sldMk cId="0" sldId="273"/>
            <ac:spMk id="26" creationId="{A1C524D6-FC53-06DD-EF22-32F988B43F9B}"/>
          </ac:spMkLst>
        </pc:spChg>
        <pc:spChg chg="mod">
          <ac:chgData name="Wayden Wei Chyeh Ooi" userId="cf338cee1dbe1432" providerId="LiveId" clId="{0A67E8E6-216A-4E5E-AC4D-E8A389F2044E}" dt="2025-10-22T08:22:11.762" v="1432" actId="1076"/>
          <ac:spMkLst>
            <pc:docMk/>
            <pc:sldMk cId="0" sldId="273"/>
            <ac:spMk id="770" creationId="{00000000-0000-0000-0000-000000000000}"/>
          </ac:spMkLst>
        </pc:spChg>
        <pc:graphicFrameChg chg="add mod modGraphic">
          <ac:chgData name="Wayden Wei Chyeh Ooi" userId="cf338cee1dbe1432" providerId="LiveId" clId="{0A67E8E6-216A-4E5E-AC4D-E8A389F2044E}" dt="2025-11-21T08:30:50.928" v="3464" actId="20577"/>
          <ac:graphicFrameMkLst>
            <pc:docMk/>
            <pc:sldMk cId="0" sldId="273"/>
            <ac:graphicFrameMk id="2" creationId="{A9C76168-FCEC-C8AC-70DC-F446EF6BFC75}"/>
          </ac:graphicFrameMkLst>
        </pc:graphicFrameChg>
      </pc:sldChg>
      <pc:sldChg chg="addSp modSp add del mod ord modTransition">
        <pc:chgData name="Wayden Wei Chyeh Ooi" userId="cf338cee1dbe1432" providerId="LiveId" clId="{0A67E8E6-216A-4E5E-AC4D-E8A389F2044E}" dt="2025-11-21T08:35:22.075" v="3532" actId="20577"/>
        <pc:sldMkLst>
          <pc:docMk/>
          <pc:sldMk cId="0" sldId="280"/>
        </pc:sldMkLst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3" creationId="{73A97813-6FB8-7F4D-0104-5D9868C8C1CE}"/>
          </ac:spMkLst>
        </pc:spChg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4" creationId="{FDC3379C-B2A7-E2D9-7E29-9EBC78AC4249}"/>
          </ac:spMkLst>
        </pc:spChg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5" creationId="{181D8A54-AE4B-4D86-06E8-E0C2E9C2FA23}"/>
          </ac:spMkLst>
        </pc:spChg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6" creationId="{9C9B7C91-5BE5-CB8B-C3AB-D61AC05AE375}"/>
          </ac:spMkLst>
        </pc:spChg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7" creationId="{52DA1395-3E09-C1F7-F1D9-E25E8613F359}"/>
          </ac:spMkLst>
        </pc:spChg>
        <pc:spChg chg="mod">
          <ac:chgData name="Wayden Wei Chyeh Ooi" userId="cf338cee1dbe1432" providerId="LiveId" clId="{0A67E8E6-216A-4E5E-AC4D-E8A389F2044E}" dt="2025-10-22T10:34:43.957" v="2576"/>
          <ac:spMkLst>
            <pc:docMk/>
            <pc:sldMk cId="0" sldId="280"/>
            <ac:spMk id="8" creationId="{AC386169-688D-AC74-8325-AEE59D1AF164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0" creationId="{4DE3D65F-220B-FD74-9F1F-FFF51F9982AB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1" creationId="{0AD06840-81D8-245B-D70B-C87D311D874F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2" creationId="{C02C77FD-9CF3-514B-EAA7-26E489062526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3" creationId="{540E001B-964D-8E54-1F3D-1778396E2E66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4" creationId="{63EADBCA-0580-2298-BA3A-DE8273F891C0}"/>
          </ac:spMkLst>
        </pc:spChg>
        <pc:spChg chg="mod">
          <ac:chgData name="Wayden Wei Chyeh Ooi" userId="cf338cee1dbe1432" providerId="LiveId" clId="{0A67E8E6-216A-4E5E-AC4D-E8A389F2044E}" dt="2025-10-22T10:36:02.373" v="2589" actId="692"/>
          <ac:spMkLst>
            <pc:docMk/>
            <pc:sldMk cId="0" sldId="280"/>
            <ac:spMk id="15" creationId="{0F6BF6A2-D5FF-B370-5D39-0D6D62289ADE}"/>
          </ac:spMkLst>
        </pc:spChg>
        <pc:spChg chg="mod">
          <ac:chgData name="Wayden Wei Chyeh Ooi" userId="cf338cee1dbe1432" providerId="LiveId" clId="{0A67E8E6-216A-4E5E-AC4D-E8A389F2044E}" dt="2025-10-22T10:36:38.039" v="2596" actId="692"/>
          <ac:spMkLst>
            <pc:docMk/>
            <pc:sldMk cId="0" sldId="280"/>
            <ac:spMk id="17" creationId="{4576EDF8-2F97-5136-1E38-3F1F23726801}"/>
          </ac:spMkLst>
        </pc:spChg>
        <pc:spChg chg="mod">
          <ac:chgData name="Wayden Wei Chyeh Ooi" userId="cf338cee1dbe1432" providerId="LiveId" clId="{0A67E8E6-216A-4E5E-AC4D-E8A389F2044E}" dt="2025-10-22T10:36:38.039" v="2596" actId="692"/>
          <ac:spMkLst>
            <pc:docMk/>
            <pc:sldMk cId="0" sldId="280"/>
            <ac:spMk id="18" creationId="{2DB4E387-85F1-32CF-D6EC-67BDDF38F571}"/>
          </ac:spMkLst>
        </pc:spChg>
        <pc:spChg chg="mod">
          <ac:chgData name="Wayden Wei Chyeh Ooi" userId="cf338cee1dbe1432" providerId="LiveId" clId="{0A67E8E6-216A-4E5E-AC4D-E8A389F2044E}" dt="2025-10-22T10:36:38.039" v="2596" actId="692"/>
          <ac:spMkLst>
            <pc:docMk/>
            <pc:sldMk cId="0" sldId="280"/>
            <ac:spMk id="19" creationId="{14DA7AA9-CF8A-E94A-C99F-8D45559DD226}"/>
          </ac:spMkLst>
        </pc:spChg>
        <pc:spChg chg="mod">
          <ac:chgData name="Wayden Wei Chyeh Ooi" userId="cf338cee1dbe1432" providerId="LiveId" clId="{0A67E8E6-216A-4E5E-AC4D-E8A389F2044E}" dt="2025-10-22T10:36:38.039" v="2596" actId="692"/>
          <ac:spMkLst>
            <pc:docMk/>
            <pc:sldMk cId="0" sldId="280"/>
            <ac:spMk id="20" creationId="{1DC3E26F-9886-A747-75FC-2399E1CE5EB6}"/>
          </ac:spMkLst>
        </pc:spChg>
        <pc:spChg chg="mod">
          <ac:chgData name="Wayden Wei Chyeh Ooi" userId="cf338cee1dbe1432" providerId="LiveId" clId="{0A67E8E6-216A-4E5E-AC4D-E8A389F2044E}" dt="2025-10-22T10:36:38.039" v="2596" actId="692"/>
          <ac:spMkLst>
            <pc:docMk/>
            <pc:sldMk cId="0" sldId="280"/>
            <ac:spMk id="21" creationId="{4F655ECB-87FD-9B4B-A29F-EB29D99B6AA3}"/>
          </ac:spMkLst>
        </pc:spChg>
        <pc:spChg chg="add mod">
          <ac:chgData name="Wayden Wei Chyeh Ooi" userId="cf338cee1dbe1432" providerId="LiveId" clId="{0A67E8E6-216A-4E5E-AC4D-E8A389F2044E}" dt="2025-11-21T08:35:22.075" v="3532" actId="20577"/>
          <ac:spMkLst>
            <pc:docMk/>
            <pc:sldMk cId="0" sldId="280"/>
            <ac:spMk id="22" creationId="{FA37B572-82BA-C0E8-5EFF-66C276FBED93}"/>
          </ac:spMkLst>
        </pc:spChg>
        <pc:spChg chg="mod">
          <ac:chgData name="Wayden Wei Chyeh Ooi" userId="cf338cee1dbe1432" providerId="LiveId" clId="{0A67E8E6-216A-4E5E-AC4D-E8A389F2044E}" dt="2025-10-22T10:37:00.081" v="2599" actId="1076"/>
          <ac:spMkLst>
            <pc:docMk/>
            <pc:sldMk cId="0" sldId="280"/>
            <ac:spMk id="994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0-22T10:37:16.440" v="2602" actId="1076"/>
          <ac:spMkLst>
            <pc:docMk/>
            <pc:sldMk cId="0" sldId="280"/>
            <ac:spMk id="995" creationId="{00000000-0000-0000-0000-000000000000}"/>
          </ac:spMkLst>
        </pc:spChg>
        <pc:spChg chg="mod">
          <ac:chgData name="Wayden Wei Chyeh Ooi" userId="cf338cee1dbe1432" providerId="LiveId" clId="{0A67E8E6-216A-4E5E-AC4D-E8A389F2044E}" dt="2025-10-22T10:36:55.544" v="2598" actId="1076"/>
          <ac:spMkLst>
            <pc:docMk/>
            <pc:sldMk cId="0" sldId="280"/>
            <ac:spMk id="996" creationId="{00000000-0000-0000-0000-000000000000}"/>
          </ac:spMkLst>
        </pc:spChg>
        <pc:grpChg chg="add mod">
          <ac:chgData name="Wayden Wei Chyeh Ooi" userId="cf338cee1dbe1432" providerId="LiveId" clId="{0A67E8E6-216A-4E5E-AC4D-E8A389F2044E}" dt="2025-10-22T10:34:57.101" v="2581" actId="1076"/>
          <ac:grpSpMkLst>
            <pc:docMk/>
            <pc:sldMk cId="0" sldId="280"/>
            <ac:grpSpMk id="2" creationId="{59F23109-EC1C-4254-F34D-717257F1E688}"/>
          </ac:grpSpMkLst>
        </pc:grpChg>
        <pc:grpChg chg="add mod">
          <ac:chgData name="Wayden Wei Chyeh Ooi" userId="cf338cee1dbe1432" providerId="LiveId" clId="{0A67E8E6-216A-4E5E-AC4D-E8A389F2044E}" dt="2025-10-22T10:35:49.835" v="2587" actId="1076"/>
          <ac:grpSpMkLst>
            <pc:docMk/>
            <pc:sldMk cId="0" sldId="280"/>
            <ac:grpSpMk id="9" creationId="{4FD743A1-8DB2-91A5-152F-0D5248DD9677}"/>
          </ac:grpSpMkLst>
        </pc:grpChg>
        <pc:grpChg chg="add mod">
          <ac:chgData name="Wayden Wei Chyeh Ooi" userId="cf338cee1dbe1432" providerId="LiveId" clId="{0A67E8E6-216A-4E5E-AC4D-E8A389F2044E}" dt="2025-10-22T10:36:34.022" v="2594" actId="1076"/>
          <ac:grpSpMkLst>
            <pc:docMk/>
            <pc:sldMk cId="0" sldId="280"/>
            <ac:grpSpMk id="16" creationId="{25706D0B-868F-DCBF-C4D4-FFBB01AE901F}"/>
          </ac:grpSpMkLst>
        </pc:grpChg>
      </pc:sldChg>
      <pc:sldChg chg="addSp delSp modSp mod ord modTransition">
        <pc:chgData name="Wayden Wei Chyeh Ooi" userId="cf338cee1dbe1432" providerId="LiveId" clId="{0A67E8E6-216A-4E5E-AC4D-E8A389F2044E}" dt="2025-11-20T08:54:45.293" v="2937" actId="20577"/>
        <pc:sldMkLst>
          <pc:docMk/>
          <pc:sldMk cId="0" sldId="287"/>
        </pc:sldMkLst>
        <pc:spChg chg="mod">
          <ac:chgData name="Wayden Wei Chyeh Ooi" userId="cf338cee1dbe1432" providerId="LiveId" clId="{0A67E8E6-216A-4E5E-AC4D-E8A389F2044E}" dt="2025-11-20T08:54:45.293" v="2937" actId="20577"/>
          <ac:spMkLst>
            <pc:docMk/>
            <pc:sldMk cId="0" sldId="287"/>
            <ac:spMk id="1254" creationId="{00000000-0000-0000-0000-000000000000}"/>
          </ac:spMkLst>
        </pc:spChg>
      </pc:sldChg>
      <pc:sldChg chg="addSp delSp modSp add mod ord">
        <pc:chgData name="Wayden Wei Chyeh Ooi" userId="cf338cee1dbe1432" providerId="LiveId" clId="{0A67E8E6-216A-4E5E-AC4D-E8A389F2044E}" dt="2025-11-20T14:10:22.921" v="3144" actId="20577"/>
        <pc:sldMkLst>
          <pc:docMk/>
          <pc:sldMk cId="2843426596" sldId="309"/>
        </pc:sldMkLst>
        <pc:spChg chg="mod">
          <ac:chgData name="Wayden Wei Chyeh Ooi" userId="cf338cee1dbe1432" providerId="LiveId" clId="{0A67E8E6-216A-4E5E-AC4D-E8A389F2044E}" dt="2025-10-22T08:34:34.610" v="1435"/>
          <ac:spMkLst>
            <pc:docMk/>
            <pc:sldMk cId="2843426596" sldId="309"/>
            <ac:spMk id="3" creationId="{2072174C-DF9C-CE37-1A59-ADCF7D30D51F}"/>
          </ac:spMkLst>
        </pc:spChg>
        <pc:spChg chg="mod">
          <ac:chgData name="Wayden Wei Chyeh Ooi" userId="cf338cee1dbe1432" providerId="LiveId" clId="{0A67E8E6-216A-4E5E-AC4D-E8A389F2044E}" dt="2025-10-22T08:34:34.610" v="1435"/>
          <ac:spMkLst>
            <pc:docMk/>
            <pc:sldMk cId="2843426596" sldId="309"/>
            <ac:spMk id="4" creationId="{03376FA4-A597-A55C-B49E-03D3A3322425}"/>
          </ac:spMkLst>
        </pc:spChg>
        <pc:spChg chg="mod">
          <ac:chgData name="Wayden Wei Chyeh Ooi" userId="cf338cee1dbe1432" providerId="LiveId" clId="{0A67E8E6-216A-4E5E-AC4D-E8A389F2044E}" dt="2025-10-22T08:34:34.610" v="1435"/>
          <ac:spMkLst>
            <pc:docMk/>
            <pc:sldMk cId="2843426596" sldId="309"/>
            <ac:spMk id="5" creationId="{74D52A19-17A9-AD42-2F6E-227B386C2F5B}"/>
          </ac:spMkLst>
        </pc:spChg>
        <pc:spChg chg="mod">
          <ac:chgData name="Wayden Wei Chyeh Ooi" userId="cf338cee1dbe1432" providerId="LiveId" clId="{0A67E8E6-216A-4E5E-AC4D-E8A389F2044E}" dt="2025-10-22T08:34:34.610" v="1435"/>
          <ac:spMkLst>
            <pc:docMk/>
            <pc:sldMk cId="2843426596" sldId="309"/>
            <ac:spMk id="6" creationId="{E0B5C49D-901C-B94C-9DF7-3FCCD5EACEC7}"/>
          </ac:spMkLst>
        </pc:spChg>
        <pc:spChg chg="mod">
          <ac:chgData name="Wayden Wei Chyeh Ooi" userId="cf338cee1dbe1432" providerId="LiveId" clId="{0A67E8E6-216A-4E5E-AC4D-E8A389F2044E}" dt="2025-10-22T08:52:45.160" v="1583" actId="20577"/>
          <ac:spMkLst>
            <pc:docMk/>
            <pc:sldMk cId="2843426596" sldId="309"/>
            <ac:spMk id="1237" creationId="{46F0909B-F8CC-D5C8-5380-B686DA6579B8}"/>
          </ac:spMkLst>
        </pc:spChg>
        <pc:spChg chg="mod">
          <ac:chgData name="Wayden Wei Chyeh Ooi" userId="cf338cee1dbe1432" providerId="LiveId" clId="{0A67E8E6-216A-4E5E-AC4D-E8A389F2044E}" dt="2025-11-20T14:10:22.921" v="3144" actId="20577"/>
          <ac:spMkLst>
            <pc:docMk/>
            <pc:sldMk cId="2843426596" sldId="309"/>
            <ac:spMk id="1239" creationId="{DE32CEA7-33D6-E1FD-1D90-99A16E6DF3A0}"/>
          </ac:spMkLst>
        </pc:spChg>
        <pc:spChg chg="mod">
          <ac:chgData name="Wayden Wei Chyeh Ooi" userId="cf338cee1dbe1432" providerId="LiveId" clId="{0A67E8E6-216A-4E5E-AC4D-E8A389F2044E}" dt="2025-10-22T08:52:56.745" v="1584" actId="1076"/>
          <ac:spMkLst>
            <pc:docMk/>
            <pc:sldMk cId="2843426596" sldId="309"/>
            <ac:spMk id="1240" creationId="{C3042A05-DF5E-EE6C-B801-706E2C79BE17}"/>
          </ac:spMkLst>
        </pc:spChg>
        <pc:spChg chg="mod">
          <ac:chgData name="Wayden Wei Chyeh Ooi" userId="cf338cee1dbe1432" providerId="LiveId" clId="{0A67E8E6-216A-4E5E-AC4D-E8A389F2044E}" dt="2025-10-22T08:53:07.412" v="1586" actId="1076"/>
          <ac:spMkLst>
            <pc:docMk/>
            <pc:sldMk cId="2843426596" sldId="309"/>
            <ac:spMk id="1243" creationId="{62E6CCCF-39E1-8E5B-E5F1-28D741FF79ED}"/>
          </ac:spMkLst>
        </pc:spChg>
        <pc:spChg chg="mod">
          <ac:chgData name="Wayden Wei Chyeh Ooi" userId="cf338cee1dbe1432" providerId="LiveId" clId="{0A67E8E6-216A-4E5E-AC4D-E8A389F2044E}" dt="2025-10-22T08:53:03.272" v="1585" actId="1076"/>
          <ac:spMkLst>
            <pc:docMk/>
            <pc:sldMk cId="2843426596" sldId="309"/>
            <ac:spMk id="1244" creationId="{2C9F2D71-CAC3-D0A5-6825-4FC0BEBF5341}"/>
          </ac:spMkLst>
        </pc:spChg>
        <pc:grpChg chg="add mod">
          <ac:chgData name="Wayden Wei Chyeh Ooi" userId="cf338cee1dbe1432" providerId="LiveId" clId="{0A67E8E6-216A-4E5E-AC4D-E8A389F2044E}" dt="2025-10-22T08:34:48.966" v="1439" actId="1076"/>
          <ac:grpSpMkLst>
            <pc:docMk/>
            <pc:sldMk cId="2843426596" sldId="309"/>
            <ac:grpSpMk id="2" creationId="{CC160D04-3A88-7787-1D29-978253A7F8EE}"/>
          </ac:grpSpMkLst>
        </pc:grpChg>
      </pc:sldChg>
      <pc:sldChg chg="addSp delSp modSp add mod ord">
        <pc:chgData name="Wayden Wei Chyeh Ooi" userId="cf338cee1dbe1432" providerId="LiveId" clId="{0A67E8E6-216A-4E5E-AC4D-E8A389F2044E}" dt="2025-10-22T09:09:57.798" v="2031" actId="1076"/>
        <pc:sldMkLst>
          <pc:docMk/>
          <pc:sldMk cId="983917858" sldId="312"/>
        </pc:sldMkLst>
        <pc:spChg chg="add mod">
          <ac:chgData name="Wayden Wei Chyeh Ooi" userId="cf338cee1dbe1432" providerId="LiveId" clId="{0A67E8E6-216A-4E5E-AC4D-E8A389F2044E}" dt="2025-10-22T09:08:34.334" v="2001" actId="207"/>
          <ac:spMkLst>
            <pc:docMk/>
            <pc:sldMk cId="983917858" sldId="312"/>
            <ac:spMk id="12" creationId="{C111D9B0-0329-6D93-F84E-F25E9C91122F}"/>
          </ac:spMkLst>
        </pc:spChg>
        <pc:spChg chg="add mod">
          <ac:chgData name="Wayden Wei Chyeh Ooi" userId="cf338cee1dbe1432" providerId="LiveId" clId="{0A67E8E6-216A-4E5E-AC4D-E8A389F2044E}" dt="2025-10-22T09:09:19.486" v="2026" actId="1076"/>
          <ac:spMkLst>
            <pc:docMk/>
            <pc:sldMk cId="983917858" sldId="312"/>
            <ac:spMk id="13" creationId="{C42E20DE-4BF8-1771-2DE1-28CC8163DDC7}"/>
          </ac:spMkLst>
        </pc:spChg>
        <pc:spChg chg="add mod">
          <ac:chgData name="Wayden Wei Chyeh Ooi" userId="cf338cee1dbe1432" providerId="LiveId" clId="{0A67E8E6-216A-4E5E-AC4D-E8A389F2044E}" dt="2025-10-22T09:09:50.758" v="2029" actId="1076"/>
          <ac:spMkLst>
            <pc:docMk/>
            <pc:sldMk cId="983917858" sldId="312"/>
            <ac:spMk id="14" creationId="{41F1DB80-40BA-06D4-254D-59C3E6357E6A}"/>
          </ac:spMkLst>
        </pc:spChg>
        <pc:spChg chg="add mod">
          <ac:chgData name="Wayden Wei Chyeh Ooi" userId="cf338cee1dbe1432" providerId="LiveId" clId="{0A67E8E6-216A-4E5E-AC4D-E8A389F2044E}" dt="2025-10-22T09:09:57.798" v="2031" actId="1076"/>
          <ac:spMkLst>
            <pc:docMk/>
            <pc:sldMk cId="983917858" sldId="312"/>
            <ac:spMk id="15" creationId="{F376EE49-A6A9-7245-263A-1C054E198678}"/>
          </ac:spMkLst>
        </pc:spChg>
        <pc:spChg chg="mod">
          <ac:chgData name="Wayden Wei Chyeh Ooi" userId="cf338cee1dbe1432" providerId="LiveId" clId="{0A67E8E6-216A-4E5E-AC4D-E8A389F2044E}" dt="2025-10-22T09:01:45.462" v="1702" actId="20577"/>
          <ac:spMkLst>
            <pc:docMk/>
            <pc:sldMk cId="983917858" sldId="312"/>
            <ac:spMk id="711" creationId="{95CB9970-A723-30E8-667B-6DC882AE4CAB}"/>
          </ac:spMkLst>
        </pc:spChg>
        <pc:spChg chg="mod">
          <ac:chgData name="Wayden Wei Chyeh Ooi" userId="cf338cee1dbe1432" providerId="LiveId" clId="{0A67E8E6-216A-4E5E-AC4D-E8A389F2044E}" dt="2025-10-22T08:58:52.064" v="1678" actId="20577"/>
          <ac:spMkLst>
            <pc:docMk/>
            <pc:sldMk cId="983917858" sldId="312"/>
            <ac:spMk id="712" creationId="{3D5F5629-C80D-3EFD-FD97-8E5E02CC998D}"/>
          </ac:spMkLst>
        </pc:spChg>
        <pc:spChg chg="mod">
          <ac:chgData name="Wayden Wei Chyeh Ooi" userId="cf338cee1dbe1432" providerId="LiveId" clId="{0A67E8E6-216A-4E5E-AC4D-E8A389F2044E}" dt="2025-10-22T09:08:42.205" v="2003" actId="113"/>
          <ac:spMkLst>
            <pc:docMk/>
            <pc:sldMk cId="983917858" sldId="312"/>
            <ac:spMk id="713" creationId="{035D6003-25EC-D3A2-CD19-F25D71CCC946}"/>
          </ac:spMkLst>
        </pc:spChg>
        <pc:spChg chg="mod">
          <ac:chgData name="Wayden Wei Chyeh Ooi" userId="cf338cee1dbe1432" providerId="LiveId" clId="{0A67E8E6-216A-4E5E-AC4D-E8A389F2044E}" dt="2025-10-22T08:59:01.417" v="1692" actId="20577"/>
          <ac:spMkLst>
            <pc:docMk/>
            <pc:sldMk cId="983917858" sldId="312"/>
            <ac:spMk id="714" creationId="{9936765B-11E2-B3C1-5D67-65487D9C4B37}"/>
          </ac:spMkLst>
        </pc:spChg>
        <pc:spChg chg="mod">
          <ac:chgData name="Wayden Wei Chyeh Ooi" userId="cf338cee1dbe1432" providerId="LiveId" clId="{0A67E8E6-216A-4E5E-AC4D-E8A389F2044E}" dt="2025-10-22T09:09:26.174" v="2027" actId="1076"/>
          <ac:spMkLst>
            <pc:docMk/>
            <pc:sldMk cId="983917858" sldId="312"/>
            <ac:spMk id="716" creationId="{5B443255-EA38-3ED5-4456-F984A3BA7EA8}"/>
          </ac:spMkLst>
        </pc:spChg>
      </pc:sldChg>
      <pc:sldChg chg="delSp modSp new del mod">
        <pc:chgData name="Wayden Wei Chyeh Ooi" userId="cf338cee1dbe1432" providerId="LiveId" clId="{0A67E8E6-216A-4E5E-AC4D-E8A389F2044E}" dt="2025-11-20T14:09:22.594" v="3062" actId="47"/>
        <pc:sldMkLst>
          <pc:docMk/>
          <pc:sldMk cId="317374745" sldId="313"/>
        </pc:sldMkLst>
        <pc:spChg chg="del">
          <ac:chgData name="Wayden Wei Chyeh Ooi" userId="cf338cee1dbe1432" providerId="LiveId" clId="{0A67E8E6-216A-4E5E-AC4D-E8A389F2044E}" dt="2025-11-20T13:52:58.170" v="2947" actId="478"/>
          <ac:spMkLst>
            <pc:docMk/>
            <pc:sldMk cId="317374745" sldId="313"/>
            <ac:spMk id="2" creationId="{81D4E854-DF50-16B2-8440-A5C8017BD336}"/>
          </ac:spMkLst>
        </pc:spChg>
        <pc:spChg chg="mod">
          <ac:chgData name="Wayden Wei Chyeh Ooi" userId="cf338cee1dbe1432" providerId="LiveId" clId="{0A67E8E6-216A-4E5E-AC4D-E8A389F2044E}" dt="2025-11-20T14:09:19.037" v="3061" actId="1076"/>
          <ac:spMkLst>
            <pc:docMk/>
            <pc:sldMk cId="317374745" sldId="313"/>
            <ac:spMk id="3" creationId="{FD8FCB68-0625-1113-410C-CE916BEF9A93}"/>
          </ac:spMkLst>
        </pc:spChg>
        <pc:spChg chg="del">
          <ac:chgData name="Wayden Wei Chyeh Ooi" userId="cf338cee1dbe1432" providerId="LiveId" clId="{0A67E8E6-216A-4E5E-AC4D-E8A389F2044E}" dt="2025-11-20T13:53:01.786" v="2949" actId="478"/>
          <ac:spMkLst>
            <pc:docMk/>
            <pc:sldMk cId="317374745" sldId="313"/>
            <ac:spMk id="4" creationId="{154E4AA4-2CCF-88FE-4AB7-1416ABC74F6A}"/>
          </ac:spMkLst>
        </pc:spChg>
        <pc:spChg chg="del">
          <ac:chgData name="Wayden Wei Chyeh Ooi" userId="cf338cee1dbe1432" providerId="LiveId" clId="{0A67E8E6-216A-4E5E-AC4D-E8A389F2044E}" dt="2025-11-20T13:52:59.706" v="2948" actId="478"/>
          <ac:spMkLst>
            <pc:docMk/>
            <pc:sldMk cId="317374745" sldId="313"/>
            <ac:spMk id="5" creationId="{6FCF7863-4FFB-D7A0-D23D-8AB84321E506}"/>
          </ac:spMkLst>
        </pc:spChg>
      </pc:sldChg>
      <pc:sldMasterChg chg="addSldLayout delSldLayout">
        <pc:chgData name="Wayden Wei Chyeh Ooi" userId="cf338cee1dbe1432" providerId="LiveId" clId="{0A67E8E6-216A-4E5E-AC4D-E8A389F2044E}" dt="2025-11-20T14:09:29.745" v="3063" actId="47"/>
        <pc:sldMasterMkLst>
          <pc:docMk/>
          <pc:sldMasterMk cId="0" sldId="2147483683"/>
        </pc:sldMasterMkLst>
        <pc:sldLayoutChg chg="add del">
          <pc:chgData name="Wayden Wei Chyeh Ooi" userId="cf338cee1dbe1432" providerId="LiveId" clId="{0A67E8E6-216A-4E5E-AC4D-E8A389F2044E}" dt="2025-10-22T07:52:50.482" v="645" actId="47"/>
          <pc:sldLayoutMkLst>
            <pc:docMk/>
            <pc:sldMasterMk cId="0" sldId="2147483683"/>
            <pc:sldLayoutMk cId="0" sldId="2147483660"/>
          </pc:sldLayoutMkLst>
        </pc:sldLayoutChg>
        <pc:sldLayoutChg chg="del">
          <pc:chgData name="Wayden Wei Chyeh Ooi" userId="cf338cee1dbe1432" providerId="LiveId" clId="{0A67E8E6-216A-4E5E-AC4D-E8A389F2044E}" dt="2025-11-20T14:09:29.745" v="3063" actId="47"/>
          <pc:sldLayoutMkLst>
            <pc:docMk/>
            <pc:sldMasterMk cId="0" sldId="2147483683"/>
            <pc:sldLayoutMk cId="0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615ef1f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72" name="Google Shape;472;g1615ef1f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02a117a5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3" name="Google Shape;533;g102a117a5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>
          <a:extLst>
            <a:ext uri="{FF2B5EF4-FFF2-40B4-BE49-F238E27FC236}">
              <a16:creationId xmlns:a16="http://schemas.microsoft.com/office/drawing/2014/main" id="{AAC26C9D-DEE5-344A-4F4B-5865D7E4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63ff7294a0_0_196:notes">
            <a:extLst>
              <a:ext uri="{FF2B5EF4-FFF2-40B4-BE49-F238E27FC236}">
                <a16:creationId xmlns:a16="http://schemas.microsoft.com/office/drawing/2014/main" id="{FC6D3A52-801C-D36B-0CC0-1A55903BF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09" name="Google Shape;709;g163ff7294a0_0_196:notes">
            <a:extLst>
              <a:ext uri="{FF2B5EF4-FFF2-40B4-BE49-F238E27FC236}">
                <a16:creationId xmlns:a16="http://schemas.microsoft.com/office/drawing/2014/main" id="{8650705D-B0EE-3F86-ED86-E64B86DA3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547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63ff7294a0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4" name="Google Shape;764;g163ff7294a0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63ff7294a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9" name="Google Shape;609;g163ff7294a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B8C42149-880B-5151-F1F8-87BE1A44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163ff7294a0_0_638:notes">
            <a:extLst>
              <a:ext uri="{FF2B5EF4-FFF2-40B4-BE49-F238E27FC236}">
                <a16:creationId xmlns:a16="http://schemas.microsoft.com/office/drawing/2014/main" id="{587138B3-53D1-E0B4-2597-FCB2266D7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5" name="Google Shape;1235;g163ff7294a0_0_638:notes">
            <a:extLst>
              <a:ext uri="{FF2B5EF4-FFF2-40B4-BE49-F238E27FC236}">
                <a16:creationId xmlns:a16="http://schemas.microsoft.com/office/drawing/2014/main" id="{B7E2F839-3214-A5EB-92B4-EFB72E057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368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63ff7294a0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3" name="Google Shape;723;g163ff7294a0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63ff7294a0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90" name="Google Shape;990;g163ff7294a0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163ff7294a0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48" name="Google Shape;1248;g163ff7294a0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11" name="Google Shape;11;p2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-1417975" y="2178212"/>
            <a:ext cx="2561150" cy="24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8071850" y="643500"/>
            <a:ext cx="1938900" cy="18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rot="5984600" flipH="1">
            <a:off x="-1501793" y="-2992718"/>
            <a:ext cx="4917430" cy="4956342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>
            <a:off x="-2696003" y="-4280876"/>
            <a:ext cx="15292590" cy="13378228"/>
            <a:chOff x="-2541703" y="-3005926"/>
            <a:chExt cx="15292590" cy="13378228"/>
          </a:xfrm>
        </p:grpSpPr>
        <p:sp>
          <p:nvSpPr>
            <p:cNvPr id="67" name="Google Shape;67;p6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4815509">
              <a:off x="5302927" y="-2161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4815446">
              <a:off x="4158890" y="17746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4815509">
              <a:off x="4068852" y="-25477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2" name="Google Shape;72;p6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 rot="10800000" flipH="1">
            <a:off x="-2696003" y="-5215451"/>
            <a:ext cx="14472390" cy="14046753"/>
            <a:chOff x="-2541703" y="-3108251"/>
            <a:chExt cx="14472390" cy="14046753"/>
          </a:xfrm>
        </p:grpSpPr>
        <p:sp>
          <p:nvSpPr>
            <p:cNvPr id="76" name="Google Shape;76;p7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7"/>
          <p:cNvSpPr/>
          <p:nvPr/>
        </p:nvSpPr>
        <p:spPr>
          <a:xfrm rot="4815466">
            <a:off x="4079043" y="1600166"/>
            <a:ext cx="6935517" cy="6990261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881800" y="1378700"/>
            <a:ext cx="3476400" cy="15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2"/>
          </p:nvPr>
        </p:nvSpPr>
        <p:spPr>
          <a:xfrm>
            <a:off x="4793863" y="619200"/>
            <a:ext cx="2967300" cy="390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881800" y="2971300"/>
            <a:ext cx="34764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154" name="Google Shape;154;p14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155" name="Google Shape;155;p14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4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14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2" name="Google Shape;162;p1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1774204" y="2943150"/>
            <a:ext cx="5595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subTitle" idx="1"/>
          </p:nvPr>
        </p:nvSpPr>
        <p:spPr>
          <a:xfrm>
            <a:off x="1774188" y="1557275"/>
            <a:ext cx="5595600" cy="12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subTitle" idx="2"/>
          </p:nvPr>
        </p:nvSpPr>
        <p:spPr>
          <a:xfrm rot="-5400000">
            <a:off x="-1528025" y="2403650"/>
            <a:ext cx="4047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6" name="Google Shape;166;p14"/>
          <p:cNvSpPr txBox="1">
            <a:spLocks noGrp="1"/>
          </p:cNvSpPr>
          <p:nvPr>
            <p:ph type="subTitle" idx="3"/>
          </p:nvPr>
        </p:nvSpPr>
        <p:spPr>
          <a:xfrm rot="5400000">
            <a:off x="6605150" y="2403650"/>
            <a:ext cx="4047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5"/>
          <p:cNvGrpSpPr/>
          <p:nvPr/>
        </p:nvGrpSpPr>
        <p:grpSpPr>
          <a:xfrm>
            <a:off x="-4423938" y="-4210149"/>
            <a:ext cx="18226975" cy="14425451"/>
            <a:chOff x="-4423938" y="-4210149"/>
            <a:chExt cx="18226975" cy="14425451"/>
          </a:xfrm>
        </p:grpSpPr>
        <p:grpSp>
          <p:nvGrpSpPr>
            <p:cNvPr id="169" name="Google Shape;169;p15"/>
            <p:cNvGrpSpPr/>
            <p:nvPr/>
          </p:nvGrpSpPr>
          <p:grpSpPr>
            <a:xfrm>
              <a:off x="-4423938" y="-4210149"/>
              <a:ext cx="18226975" cy="14425451"/>
              <a:chOff x="-4423938" y="-4210149"/>
              <a:chExt cx="18226975" cy="14425451"/>
            </a:xfrm>
          </p:grpSpPr>
          <p:sp>
            <p:nvSpPr>
              <p:cNvPr id="170" name="Google Shape;170;p15"/>
              <p:cNvSpPr/>
              <p:nvPr/>
            </p:nvSpPr>
            <p:spPr>
              <a:xfrm rot="4815481">
                <a:off x="-3170652" y="-372956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 rot="4815400">
                <a:off x="6407007" y="-2602123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 rot="4815509">
                <a:off x="7116002" y="-2804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 rot="4815446">
                <a:off x="5137140" y="16176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 rot="4815509">
                <a:off x="-3921173" y="-132267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 rot="4815400">
              <a:off x="-3391368" y="17342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6" name="Google Shape;176;p15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8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204" name="Google Shape;204;p18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205" name="Google Shape;205;p18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8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0" name="Google Shape;210;p18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2" name="Google Shape;212;p18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>
            <a:spLocks noGrp="1"/>
          </p:cNvSpPr>
          <p:nvPr>
            <p:ph type="title"/>
          </p:nvPr>
        </p:nvSpPr>
        <p:spPr>
          <a:xfrm>
            <a:off x="4810475" y="1901850"/>
            <a:ext cx="35985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4803125" y="2403449"/>
            <a:ext cx="35985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SECTION_TITLE_AND_DESCRIPTION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9"/>
          <p:cNvGrpSpPr/>
          <p:nvPr/>
        </p:nvGrpSpPr>
        <p:grpSpPr>
          <a:xfrm>
            <a:off x="-7100813" y="-7925264"/>
            <a:ext cx="22740732" cy="20402585"/>
            <a:chOff x="-7100813" y="-7925264"/>
            <a:chExt cx="22740732" cy="20402585"/>
          </a:xfrm>
        </p:grpSpPr>
        <p:sp>
          <p:nvSpPr>
            <p:cNvPr id="218" name="Google Shape;218;p19"/>
            <p:cNvSpPr/>
            <p:nvPr/>
          </p:nvSpPr>
          <p:spPr>
            <a:xfrm rot="-2593428" flipH="1">
              <a:off x="6029404" y="-667083"/>
              <a:ext cx="7945829" cy="8009285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19"/>
            <p:cNvGrpSpPr/>
            <p:nvPr/>
          </p:nvGrpSpPr>
          <p:grpSpPr>
            <a:xfrm rot="2222026" flipH="1">
              <a:off x="-4124900" y="-5074715"/>
              <a:ext cx="14389638" cy="14701488"/>
              <a:chOff x="-2399329" y="-3503901"/>
              <a:chExt cx="14389291" cy="14701134"/>
            </a:xfrm>
          </p:grpSpPr>
          <p:sp>
            <p:nvSpPr>
              <p:cNvPr id="220" name="Google Shape;220;p19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 rot="4815446">
                <a:off x="1208933" y="2599547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25" name="Google Shape;225;p19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xfrm>
            <a:off x="667200" y="1056675"/>
            <a:ext cx="7809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1"/>
          </p:nvPr>
        </p:nvSpPr>
        <p:spPr>
          <a:xfrm>
            <a:off x="1203300" y="2530775"/>
            <a:ext cx="6737400" cy="14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2"/>
          </p:nvPr>
        </p:nvSpPr>
        <p:spPr>
          <a:xfrm rot="-5400000">
            <a:off x="-1528025" y="2403650"/>
            <a:ext cx="4047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 columns">
  <p:cSld name="CUSTOM_6_3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8"/>
          <p:cNvGrpSpPr/>
          <p:nvPr/>
        </p:nvGrpSpPr>
        <p:grpSpPr>
          <a:xfrm rot="10800000">
            <a:off x="-2696003" y="-4649251"/>
            <a:ext cx="15292590" cy="13876203"/>
            <a:chOff x="-2541703" y="-3503901"/>
            <a:chExt cx="15292590" cy="13876203"/>
          </a:xfrm>
        </p:grpSpPr>
        <p:sp>
          <p:nvSpPr>
            <p:cNvPr id="346" name="Google Shape;346;p28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 rot="4815509">
              <a:off x="5302927" y="-2161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 rot="4815446">
              <a:off x="4158890" y="17746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 rot="4815509">
              <a:off x="939427" y="-304572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28"/>
          <p:cNvSpPr/>
          <p:nvPr/>
        </p:nvSpPr>
        <p:spPr>
          <a:xfrm rot="-4815400" flipH="1">
            <a:off x="4834122" y="2532227"/>
            <a:ext cx="4917430" cy="4956342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28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xfrm>
            <a:off x="968525" y="1835638"/>
            <a:ext cx="2322300" cy="35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4" name="Google Shape;354;p28"/>
          <p:cNvSpPr txBox="1">
            <a:spLocks noGrp="1"/>
          </p:cNvSpPr>
          <p:nvPr>
            <p:ph type="subTitle" idx="1"/>
          </p:nvPr>
        </p:nvSpPr>
        <p:spPr>
          <a:xfrm>
            <a:off x="968525" y="2037338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title" idx="2"/>
          </p:nvPr>
        </p:nvSpPr>
        <p:spPr>
          <a:xfrm>
            <a:off x="3410850" y="1835638"/>
            <a:ext cx="2322300" cy="35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6" name="Google Shape;356;p28"/>
          <p:cNvSpPr txBox="1">
            <a:spLocks noGrp="1"/>
          </p:cNvSpPr>
          <p:nvPr>
            <p:ph type="subTitle" idx="3"/>
          </p:nvPr>
        </p:nvSpPr>
        <p:spPr>
          <a:xfrm>
            <a:off x="3410850" y="2037338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8"/>
          <p:cNvSpPr txBox="1">
            <a:spLocks noGrp="1"/>
          </p:cNvSpPr>
          <p:nvPr>
            <p:ph type="title" idx="4"/>
          </p:nvPr>
        </p:nvSpPr>
        <p:spPr>
          <a:xfrm>
            <a:off x="5853175" y="1835638"/>
            <a:ext cx="2322300" cy="35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subTitle" idx="5"/>
          </p:nvPr>
        </p:nvSpPr>
        <p:spPr>
          <a:xfrm>
            <a:off x="5853175" y="2037338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8"/>
          <p:cNvSpPr txBox="1">
            <a:spLocks noGrp="1"/>
          </p:cNvSpPr>
          <p:nvPr>
            <p:ph type="title" idx="6"/>
          </p:nvPr>
        </p:nvSpPr>
        <p:spPr>
          <a:xfrm>
            <a:off x="2189688" y="3562763"/>
            <a:ext cx="23223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0" name="Google Shape;360;p28"/>
          <p:cNvSpPr txBox="1">
            <a:spLocks noGrp="1"/>
          </p:cNvSpPr>
          <p:nvPr>
            <p:ph type="subTitle" idx="7"/>
          </p:nvPr>
        </p:nvSpPr>
        <p:spPr>
          <a:xfrm>
            <a:off x="2189688" y="3766938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title" idx="8"/>
          </p:nvPr>
        </p:nvSpPr>
        <p:spPr>
          <a:xfrm>
            <a:off x="4632013" y="3562763"/>
            <a:ext cx="23223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2" name="Google Shape;362;p28"/>
          <p:cNvSpPr txBox="1">
            <a:spLocks noGrp="1"/>
          </p:cNvSpPr>
          <p:nvPr>
            <p:ph type="subTitle" idx="9"/>
          </p:nvPr>
        </p:nvSpPr>
        <p:spPr>
          <a:xfrm>
            <a:off x="4632013" y="3766938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8"/>
          <p:cNvSpPr txBox="1">
            <a:spLocks noGrp="1"/>
          </p:cNvSpPr>
          <p:nvPr>
            <p:ph type="title" idx="13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1"/>
          <p:cNvGrpSpPr/>
          <p:nvPr/>
        </p:nvGrpSpPr>
        <p:grpSpPr>
          <a:xfrm>
            <a:off x="-2636588" y="-3531176"/>
            <a:ext cx="14389291" cy="13039228"/>
            <a:chOff x="-2399329" y="-3503901"/>
            <a:chExt cx="14389291" cy="13039228"/>
          </a:xfrm>
        </p:grpSpPr>
        <p:grpSp>
          <p:nvGrpSpPr>
            <p:cNvPr id="406" name="Google Shape;406;p31"/>
            <p:cNvGrpSpPr/>
            <p:nvPr/>
          </p:nvGrpSpPr>
          <p:grpSpPr>
            <a:xfrm>
              <a:off x="-2399329" y="-3503901"/>
              <a:ext cx="14389291" cy="13039228"/>
              <a:chOff x="-2399329" y="-3503901"/>
              <a:chExt cx="14389291" cy="13039228"/>
            </a:xfrm>
          </p:grpSpPr>
          <p:sp>
            <p:nvSpPr>
              <p:cNvPr id="407" name="Google Shape;407;p31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1"/>
              <p:cNvSpPr/>
              <p:nvPr/>
            </p:nvSpPr>
            <p:spPr>
              <a:xfrm rot="4815400">
                <a:off x="-323793" y="2375827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1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1"/>
              <p:cNvSpPr/>
              <p:nvPr/>
            </p:nvSpPr>
            <p:spPr>
              <a:xfrm rot="4815446">
                <a:off x="593465" y="937641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1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2" name="Google Shape;412;p31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31"/>
          <p:cNvSpPr/>
          <p:nvPr/>
        </p:nvSpPr>
        <p:spPr>
          <a:xfrm rot="4815481">
            <a:off x="5406439" y="-3286768"/>
            <a:ext cx="6487146" cy="6538537"/>
          </a:xfrm>
          <a:prstGeom prst="ellipse">
            <a:avLst/>
          </a:prstGeom>
          <a:gradFill>
            <a:gsLst>
              <a:gs pos="0">
                <a:srgbClr val="1645D3">
                  <a:alpha val="69803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p31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1"/>
          <p:cNvSpPr/>
          <p:nvPr/>
        </p:nvSpPr>
        <p:spPr>
          <a:xfrm rot="4815509">
            <a:off x="5381794" y="-2959073"/>
            <a:ext cx="6184270" cy="6233244"/>
          </a:xfrm>
          <a:prstGeom prst="ellipse">
            <a:avLst/>
          </a:prstGeom>
          <a:gradFill>
            <a:gsLst>
              <a:gs pos="0">
                <a:srgbClr val="8AC1DC">
                  <a:alpha val="69803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1"/>
          <p:cNvSpPr txBox="1">
            <a:spLocks noGrp="1"/>
          </p:cNvSpPr>
          <p:nvPr>
            <p:ph type="title"/>
          </p:nvPr>
        </p:nvSpPr>
        <p:spPr>
          <a:xfrm>
            <a:off x="741300" y="2004450"/>
            <a:ext cx="2457600" cy="3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7" name="Google Shape;417;p31"/>
          <p:cNvSpPr txBox="1">
            <a:spLocks noGrp="1"/>
          </p:cNvSpPr>
          <p:nvPr>
            <p:ph type="subTitle" idx="1"/>
          </p:nvPr>
        </p:nvSpPr>
        <p:spPr>
          <a:xfrm>
            <a:off x="741300" y="2227200"/>
            <a:ext cx="2457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31"/>
          <p:cNvSpPr txBox="1">
            <a:spLocks noGrp="1"/>
          </p:cNvSpPr>
          <p:nvPr>
            <p:ph type="title" idx="2"/>
          </p:nvPr>
        </p:nvSpPr>
        <p:spPr>
          <a:xfrm>
            <a:off x="3343197" y="2004450"/>
            <a:ext cx="2457600" cy="3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9" name="Google Shape;419;p31"/>
          <p:cNvSpPr txBox="1">
            <a:spLocks noGrp="1"/>
          </p:cNvSpPr>
          <p:nvPr>
            <p:ph type="subTitle" idx="3"/>
          </p:nvPr>
        </p:nvSpPr>
        <p:spPr>
          <a:xfrm>
            <a:off x="3343197" y="2227200"/>
            <a:ext cx="2457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31"/>
          <p:cNvSpPr txBox="1">
            <a:spLocks noGrp="1"/>
          </p:cNvSpPr>
          <p:nvPr>
            <p:ph type="title" idx="4"/>
          </p:nvPr>
        </p:nvSpPr>
        <p:spPr>
          <a:xfrm>
            <a:off x="5945093" y="2004450"/>
            <a:ext cx="2457600" cy="3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1" name="Google Shape;421;p31"/>
          <p:cNvSpPr txBox="1">
            <a:spLocks noGrp="1"/>
          </p:cNvSpPr>
          <p:nvPr>
            <p:ph type="subTitle" idx="5"/>
          </p:nvPr>
        </p:nvSpPr>
        <p:spPr>
          <a:xfrm>
            <a:off x="5945093" y="2227200"/>
            <a:ext cx="2457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31"/>
          <p:cNvSpPr txBox="1">
            <a:spLocks noGrp="1"/>
          </p:cNvSpPr>
          <p:nvPr>
            <p:ph type="title" idx="6" hasCustomPrompt="1"/>
          </p:nvPr>
        </p:nvSpPr>
        <p:spPr>
          <a:xfrm>
            <a:off x="741300" y="3050475"/>
            <a:ext cx="2457600" cy="57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6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3" name="Google Shape;423;p31"/>
          <p:cNvSpPr txBox="1">
            <a:spLocks noGrp="1"/>
          </p:cNvSpPr>
          <p:nvPr>
            <p:ph type="title" idx="7" hasCustomPrompt="1"/>
          </p:nvPr>
        </p:nvSpPr>
        <p:spPr>
          <a:xfrm>
            <a:off x="3343194" y="3050475"/>
            <a:ext cx="2457600" cy="57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6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4" name="Google Shape;424;p31"/>
          <p:cNvSpPr txBox="1">
            <a:spLocks noGrp="1"/>
          </p:cNvSpPr>
          <p:nvPr>
            <p:ph type="title" idx="8" hasCustomPrompt="1"/>
          </p:nvPr>
        </p:nvSpPr>
        <p:spPr>
          <a:xfrm>
            <a:off x="5945087" y="3050475"/>
            <a:ext cx="2457600" cy="57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6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5" name="Google Shape;425;p31"/>
          <p:cNvSpPr txBox="1">
            <a:spLocks noGrp="1"/>
          </p:cNvSpPr>
          <p:nvPr>
            <p:ph type="title" idx="9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32"/>
          <p:cNvGrpSpPr/>
          <p:nvPr/>
        </p:nvGrpSpPr>
        <p:grpSpPr>
          <a:xfrm>
            <a:off x="-3456679" y="-3517551"/>
            <a:ext cx="14929492" cy="12820953"/>
            <a:chOff x="-2399329" y="-3503901"/>
            <a:chExt cx="14929492" cy="12820953"/>
          </a:xfrm>
        </p:grpSpPr>
        <p:grpSp>
          <p:nvGrpSpPr>
            <p:cNvPr id="428" name="Google Shape;428;p32"/>
            <p:cNvGrpSpPr/>
            <p:nvPr/>
          </p:nvGrpSpPr>
          <p:grpSpPr>
            <a:xfrm>
              <a:off x="-2399329" y="-3503901"/>
              <a:ext cx="14389291" cy="12820953"/>
              <a:chOff x="-2399329" y="-3503901"/>
              <a:chExt cx="14389291" cy="12820953"/>
            </a:xfrm>
          </p:grpSpPr>
          <p:sp>
            <p:nvSpPr>
              <p:cNvPr id="429" name="Google Shape;429;p32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2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2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2"/>
              <p:cNvSpPr/>
              <p:nvPr/>
            </p:nvSpPr>
            <p:spPr>
              <a:xfrm rot="4815446">
                <a:off x="1875915" y="71936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4" name="Google Shape;434;p32"/>
            <p:cNvSpPr/>
            <p:nvPr/>
          </p:nvSpPr>
          <p:spPr>
            <a:xfrm rot="4815446">
              <a:off x="3938165" y="-2565884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6" name="Google Shape;436;p3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2"/>
          <p:cNvSpPr txBox="1">
            <a:spLocks noGrp="1"/>
          </p:cNvSpPr>
          <p:nvPr>
            <p:ph type="title"/>
          </p:nvPr>
        </p:nvSpPr>
        <p:spPr>
          <a:xfrm>
            <a:off x="2088000" y="678500"/>
            <a:ext cx="4968000" cy="9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32"/>
          <p:cNvSpPr txBox="1">
            <a:spLocks noGrp="1"/>
          </p:cNvSpPr>
          <p:nvPr>
            <p:ph type="subTitle" idx="1"/>
          </p:nvPr>
        </p:nvSpPr>
        <p:spPr>
          <a:xfrm>
            <a:off x="2708263" y="2315513"/>
            <a:ext cx="3727500" cy="9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2344050" y="3336600"/>
            <a:ext cx="44559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including icons,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0" name="Google Shape;440;p32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41" name="Google Shape;441;p32"/>
          <p:cNvPicPr preferRelativeResize="0"/>
          <p:nvPr/>
        </p:nvPicPr>
        <p:blipFill rotWithShape="1">
          <a:blip r:embed="rId5">
            <a:alphaModFix amt="58000"/>
          </a:blip>
          <a:srcRect t="19" b="19"/>
          <a:stretch/>
        </p:blipFill>
        <p:spPr>
          <a:xfrm rot="-3022523">
            <a:off x="6403963" y="1937874"/>
            <a:ext cx="2841373" cy="28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2"/>
          <p:cNvPicPr preferRelativeResize="0"/>
          <p:nvPr/>
        </p:nvPicPr>
        <p:blipFill rotWithShape="1">
          <a:blip r:embed="rId6">
            <a:alphaModFix amt="58000"/>
          </a:blip>
          <a:srcRect l="179" r="179"/>
          <a:stretch/>
        </p:blipFill>
        <p:spPr>
          <a:xfrm rot="7205838">
            <a:off x="-655023" y="700463"/>
            <a:ext cx="3073644" cy="3041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2"/>
          <p:cNvPicPr preferRelativeResize="0"/>
          <p:nvPr/>
        </p:nvPicPr>
        <p:blipFill rotWithShape="1">
          <a:blip r:embed="rId7">
            <a:alphaModFix amt="58000"/>
          </a:blip>
          <a:srcRect l="1295" r="1285"/>
          <a:stretch/>
        </p:blipFill>
        <p:spPr>
          <a:xfrm rot="-4312779">
            <a:off x="-1060685" y="2285642"/>
            <a:ext cx="2285697" cy="2261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2"/>
          <p:cNvPicPr preferRelativeResize="0"/>
          <p:nvPr/>
        </p:nvPicPr>
        <p:blipFill rotWithShape="1">
          <a:blip r:embed="rId7">
            <a:alphaModFix amt="52000"/>
          </a:blip>
          <a:srcRect l="1295" r="1285"/>
          <a:stretch/>
        </p:blipFill>
        <p:spPr>
          <a:xfrm rot="7074405">
            <a:off x="7505574" y="789809"/>
            <a:ext cx="2023700" cy="2002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33"/>
          <p:cNvGrpSpPr/>
          <p:nvPr/>
        </p:nvGrpSpPr>
        <p:grpSpPr>
          <a:xfrm>
            <a:off x="-2805153" y="-4676526"/>
            <a:ext cx="14472390" cy="14046753"/>
            <a:chOff x="-2541703" y="-3108251"/>
            <a:chExt cx="14472390" cy="14046753"/>
          </a:xfrm>
        </p:grpSpPr>
        <p:sp>
          <p:nvSpPr>
            <p:cNvPr id="447" name="Google Shape;447;p33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3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2" name="Google Shape;452;p3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solidFill>
          <a:schemeClr val="accent2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4"/>
          <p:cNvGrpSpPr/>
          <p:nvPr/>
        </p:nvGrpSpPr>
        <p:grpSpPr>
          <a:xfrm flipH="1">
            <a:off x="-3456679" y="-3517551"/>
            <a:ext cx="14929492" cy="12820953"/>
            <a:chOff x="-2399329" y="-3503901"/>
            <a:chExt cx="14929492" cy="12820953"/>
          </a:xfrm>
        </p:grpSpPr>
        <p:grpSp>
          <p:nvGrpSpPr>
            <p:cNvPr id="455" name="Google Shape;455;p34"/>
            <p:cNvGrpSpPr/>
            <p:nvPr/>
          </p:nvGrpSpPr>
          <p:grpSpPr>
            <a:xfrm>
              <a:off x="-2399329" y="-3503901"/>
              <a:ext cx="14389291" cy="12820953"/>
              <a:chOff x="-2399329" y="-3503901"/>
              <a:chExt cx="14389291" cy="12820953"/>
            </a:xfrm>
          </p:grpSpPr>
          <p:sp>
            <p:nvSpPr>
              <p:cNvPr id="456" name="Google Shape;456;p34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4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4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4"/>
              <p:cNvSpPr/>
              <p:nvPr/>
            </p:nvSpPr>
            <p:spPr>
              <a:xfrm rot="4815446">
                <a:off x="1875915" y="71936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4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34"/>
            <p:cNvSpPr/>
            <p:nvPr/>
          </p:nvSpPr>
          <p:spPr>
            <a:xfrm rot="4815446">
              <a:off x="3938165" y="-2565884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3" name="Google Shape;463;p3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rona One"/>
              <a:buNone/>
              <a:defRPr sz="24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60" r:id="rId4"/>
    <p:sldLayoutId id="2147483661" r:id="rId5"/>
    <p:sldLayoutId id="2147483664" r:id="rId6"/>
    <p:sldLayoutId id="2147483665" r:id="rId7"/>
    <p:sldLayoutId id="2147483674" r:id="rId8"/>
    <p:sldLayoutId id="2147483677" r:id="rId9"/>
    <p:sldLayoutId id="2147483678" r:id="rId10"/>
    <p:sldLayoutId id="2147483679" r:id="rId11"/>
    <p:sldLayoutId id="214748368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hi86a5kpKFTswTvo2Jjnqq/Secure-Notes-App-with-E2EE?node-id=0-1&amp;p=f&amp;t=xs7IEWLwAef6KKev-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Web-based Application for Confidential Information Management</a:t>
            </a:r>
            <a:endParaRPr dirty="0"/>
          </a:p>
        </p:txBody>
      </p:sp>
      <p:cxnSp>
        <p:nvCxnSpPr>
          <p:cNvPr id="475" name="Google Shape;475;p38"/>
          <p:cNvCxnSpPr>
            <a:stCxn id="476" idx="1"/>
            <a:endCxn id="476" idx="3"/>
          </p:cNvCxnSpPr>
          <p:nvPr/>
        </p:nvCxnSpPr>
        <p:spPr>
          <a:xfrm>
            <a:off x="2778900" y="3848375"/>
            <a:ext cx="358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7" name="Google Shape;477;p38"/>
          <p:cNvGrpSpPr/>
          <p:nvPr/>
        </p:nvGrpSpPr>
        <p:grpSpPr>
          <a:xfrm>
            <a:off x="2778895" y="643496"/>
            <a:ext cx="3586200" cy="2944800"/>
            <a:chOff x="2778895" y="849596"/>
            <a:chExt cx="3586200" cy="2944800"/>
          </a:xfrm>
        </p:grpSpPr>
        <p:sp>
          <p:nvSpPr>
            <p:cNvPr id="478" name="Google Shape;478;p38"/>
            <p:cNvSpPr/>
            <p:nvPr/>
          </p:nvSpPr>
          <p:spPr>
            <a:xfrm rot="-2132583">
              <a:off x="2711556" y="1841568"/>
              <a:ext cx="3720878" cy="960856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 rot="-376705">
              <a:off x="5636340" y="1128676"/>
              <a:ext cx="153621" cy="153621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" name="Google Shape;480;p38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Secure File Sharing with End-to-End Encryption</a:t>
            </a:r>
            <a:endParaRPr i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 txBox="1">
            <a:spLocks noGrp="1"/>
          </p:cNvSpPr>
          <p:nvPr>
            <p:ph type="title"/>
          </p:nvPr>
        </p:nvSpPr>
        <p:spPr>
          <a:xfrm>
            <a:off x="451759" y="402138"/>
            <a:ext cx="7809600" cy="564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pic>
        <p:nvPicPr>
          <p:cNvPr id="538" name="Google Shape;538;p42"/>
          <p:cNvPicPr preferRelativeResize="0"/>
          <p:nvPr/>
        </p:nvPicPr>
        <p:blipFill rotWithShape="1">
          <a:blip r:embed="rId3">
            <a:alphaModFix amt="65000"/>
          </a:blip>
          <a:srcRect t="19" b="29"/>
          <a:stretch/>
        </p:blipFill>
        <p:spPr>
          <a:xfrm>
            <a:off x="741531" y="-1373150"/>
            <a:ext cx="2646144" cy="26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2"/>
          <p:cNvPicPr preferRelativeResize="0"/>
          <p:nvPr/>
        </p:nvPicPr>
        <p:blipFill rotWithShape="1">
          <a:blip r:embed="rId4">
            <a:alphaModFix amt="79000"/>
          </a:blip>
          <a:srcRect t="19" b="19"/>
          <a:stretch/>
        </p:blipFill>
        <p:spPr>
          <a:xfrm rot="-5400000">
            <a:off x="5387588" y="3441479"/>
            <a:ext cx="2803725" cy="27017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D73B88-B4E8-BE1D-A939-C4DF8C92BE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8612" y="1414947"/>
            <a:ext cx="28229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reliance on digital communication and document sharing</a:t>
            </a:r>
          </a:p>
        </p:txBody>
      </p:sp>
      <p:grpSp>
        <p:nvGrpSpPr>
          <p:cNvPr id="4" name="Google Shape;1787;p77">
            <a:extLst>
              <a:ext uri="{FF2B5EF4-FFF2-40B4-BE49-F238E27FC236}">
                <a16:creationId xmlns:a16="http://schemas.microsoft.com/office/drawing/2014/main" id="{64294CE7-634F-0C94-2EB3-34C9A7BF0259}"/>
              </a:ext>
            </a:extLst>
          </p:cNvPr>
          <p:cNvGrpSpPr/>
          <p:nvPr/>
        </p:nvGrpSpPr>
        <p:grpSpPr>
          <a:xfrm>
            <a:off x="4811083" y="3706054"/>
            <a:ext cx="4174792" cy="1236975"/>
            <a:chOff x="4411970" y="2726085"/>
            <a:chExt cx="643107" cy="193659"/>
          </a:xfrm>
        </p:grpSpPr>
        <p:sp>
          <p:nvSpPr>
            <p:cNvPr id="5" name="Google Shape;1788;p77">
              <a:extLst>
                <a:ext uri="{FF2B5EF4-FFF2-40B4-BE49-F238E27FC236}">
                  <a16:creationId xmlns:a16="http://schemas.microsoft.com/office/drawing/2014/main" id="{A5269942-2986-B55C-5747-D0E7EB435D35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89;p77">
              <a:extLst>
                <a:ext uri="{FF2B5EF4-FFF2-40B4-BE49-F238E27FC236}">
                  <a16:creationId xmlns:a16="http://schemas.microsoft.com/office/drawing/2014/main" id="{ABF1325B-BE57-9151-556B-87605831D7C4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90;p77">
              <a:extLst>
                <a:ext uri="{FF2B5EF4-FFF2-40B4-BE49-F238E27FC236}">
                  <a16:creationId xmlns:a16="http://schemas.microsoft.com/office/drawing/2014/main" id="{BB23FF6F-0FEC-1EE8-B2EE-733C98F3520E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787;p77">
            <a:extLst>
              <a:ext uri="{FF2B5EF4-FFF2-40B4-BE49-F238E27FC236}">
                <a16:creationId xmlns:a16="http://schemas.microsoft.com/office/drawing/2014/main" id="{CF3E9618-789D-8F42-AE75-CFEC1BBDFE1E}"/>
              </a:ext>
            </a:extLst>
          </p:cNvPr>
          <p:cNvGrpSpPr/>
          <p:nvPr/>
        </p:nvGrpSpPr>
        <p:grpSpPr>
          <a:xfrm>
            <a:off x="2354550" y="2469653"/>
            <a:ext cx="4174792" cy="1236975"/>
            <a:chOff x="4411970" y="2726085"/>
            <a:chExt cx="643107" cy="193659"/>
          </a:xfrm>
        </p:grpSpPr>
        <p:sp>
          <p:nvSpPr>
            <p:cNvPr id="9" name="Google Shape;1788;p77">
              <a:extLst>
                <a:ext uri="{FF2B5EF4-FFF2-40B4-BE49-F238E27FC236}">
                  <a16:creationId xmlns:a16="http://schemas.microsoft.com/office/drawing/2014/main" id="{D561D76A-08AE-54C6-CC3E-CB2E8A1B75B0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89;p77">
              <a:extLst>
                <a:ext uri="{FF2B5EF4-FFF2-40B4-BE49-F238E27FC236}">
                  <a16:creationId xmlns:a16="http://schemas.microsoft.com/office/drawing/2014/main" id="{A724723E-B6C3-36DF-3F2F-A764098B976D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90;p77">
              <a:extLst>
                <a:ext uri="{FF2B5EF4-FFF2-40B4-BE49-F238E27FC236}">
                  <a16:creationId xmlns:a16="http://schemas.microsoft.com/office/drawing/2014/main" id="{0AD734DA-50AB-C3EE-4C47-D66AB2304F0D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787;p77">
            <a:extLst>
              <a:ext uri="{FF2B5EF4-FFF2-40B4-BE49-F238E27FC236}">
                <a16:creationId xmlns:a16="http://schemas.microsoft.com/office/drawing/2014/main" id="{6911F9BF-F7FF-CBF6-92C6-0AC22D94BA68}"/>
              </a:ext>
            </a:extLst>
          </p:cNvPr>
          <p:cNvGrpSpPr/>
          <p:nvPr/>
        </p:nvGrpSpPr>
        <p:grpSpPr>
          <a:xfrm>
            <a:off x="267154" y="1274838"/>
            <a:ext cx="4174792" cy="1236975"/>
            <a:chOff x="4411970" y="2726085"/>
            <a:chExt cx="643107" cy="193659"/>
          </a:xfrm>
        </p:grpSpPr>
        <p:sp>
          <p:nvSpPr>
            <p:cNvPr id="13" name="Google Shape;1788;p77">
              <a:extLst>
                <a:ext uri="{FF2B5EF4-FFF2-40B4-BE49-F238E27FC236}">
                  <a16:creationId xmlns:a16="http://schemas.microsoft.com/office/drawing/2014/main" id="{3ACF93C1-B6E7-DD4F-DF75-DF23756B8077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89;p77">
              <a:extLst>
                <a:ext uri="{FF2B5EF4-FFF2-40B4-BE49-F238E27FC236}">
                  <a16:creationId xmlns:a16="http://schemas.microsoft.com/office/drawing/2014/main" id="{AC687B6C-2025-000C-2150-462AEBBC9A96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90;p77">
              <a:extLst>
                <a:ext uri="{FF2B5EF4-FFF2-40B4-BE49-F238E27FC236}">
                  <a16:creationId xmlns:a16="http://schemas.microsoft.com/office/drawing/2014/main" id="{C60D97AF-674D-5694-F16F-A237F50FFEB1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4B3D51E8-DD69-FA9F-C4E4-7AEF64634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726" y="2609709"/>
            <a:ext cx="33374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6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Need for secure transmission of confidential and professional data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EF3846E-D8FA-D88D-8530-1D2F62C3F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921" y="3876068"/>
            <a:ext cx="30915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6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E2EE ensures only sender and receiver can access the message</a:t>
            </a:r>
          </a:p>
        </p:txBody>
      </p:sp>
      <p:sp>
        <p:nvSpPr>
          <p:cNvPr id="18" name="Google Shape;996;p62">
            <a:extLst>
              <a:ext uri="{FF2B5EF4-FFF2-40B4-BE49-F238E27FC236}">
                <a16:creationId xmlns:a16="http://schemas.microsoft.com/office/drawing/2014/main" id="{0D4C6D55-9762-B926-2CBC-B461CD3F694E}"/>
              </a:ext>
            </a:extLst>
          </p:cNvPr>
          <p:cNvSpPr/>
          <p:nvPr/>
        </p:nvSpPr>
        <p:spPr>
          <a:xfrm>
            <a:off x="2189487" y="1064958"/>
            <a:ext cx="4273730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>
          <a:extLst>
            <a:ext uri="{FF2B5EF4-FFF2-40B4-BE49-F238E27FC236}">
              <a16:creationId xmlns:a16="http://schemas.microsoft.com/office/drawing/2014/main" id="{6A4CF791-452A-CD4B-CA55-60411C34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1">
            <a:extLst>
              <a:ext uri="{FF2B5EF4-FFF2-40B4-BE49-F238E27FC236}">
                <a16:creationId xmlns:a16="http://schemas.microsoft.com/office/drawing/2014/main" id="{95CB9970-A723-30E8-667B-6DC882AE4CAB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“OBJECTIVES”</a:t>
            </a:r>
            <a:endParaRPr dirty="0"/>
          </a:p>
        </p:txBody>
      </p:sp>
      <p:sp>
        <p:nvSpPr>
          <p:cNvPr id="712" name="Google Shape;712;p51">
            <a:extLst>
              <a:ext uri="{FF2B5EF4-FFF2-40B4-BE49-F238E27FC236}">
                <a16:creationId xmlns:a16="http://schemas.microsoft.com/office/drawing/2014/main" id="{3D5F5629-C80D-3EFD-FD97-8E5E02CC9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300" y="2004450"/>
            <a:ext cx="2457600" cy="3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Security Gap</a:t>
            </a:r>
            <a:endParaRPr dirty="0"/>
          </a:p>
        </p:txBody>
      </p:sp>
      <p:sp>
        <p:nvSpPr>
          <p:cNvPr id="713" name="Google Shape;713;p51">
            <a:extLst>
              <a:ext uri="{FF2B5EF4-FFF2-40B4-BE49-F238E27FC236}">
                <a16:creationId xmlns:a16="http://schemas.microsoft.com/office/drawing/2014/main" id="{035D6003-25EC-D3A2-CD19-F25D71CCC9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4562" y="2343148"/>
            <a:ext cx="2457600" cy="1916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/>
            <a:r>
              <a:rPr lang="en-US" dirty="0"/>
              <a:t>To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ensure data privacy </a:t>
            </a:r>
            <a:r>
              <a:rPr lang="en-US" dirty="0"/>
              <a:t>by implementing end-to-end encryption techniques, preventing unauthorized access to messages during transmission and storage.</a:t>
            </a:r>
          </a:p>
        </p:txBody>
      </p:sp>
      <p:sp>
        <p:nvSpPr>
          <p:cNvPr id="714" name="Google Shape;714;p51">
            <a:extLst>
              <a:ext uri="{FF2B5EF4-FFF2-40B4-BE49-F238E27FC236}">
                <a16:creationId xmlns:a16="http://schemas.microsoft.com/office/drawing/2014/main" id="{9936765B-11E2-B3C1-5D67-65487D9C4B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43197" y="2004450"/>
            <a:ext cx="2457600" cy="3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Sensitive Data</a:t>
            </a:r>
            <a:endParaRPr dirty="0"/>
          </a:p>
        </p:txBody>
      </p:sp>
      <p:sp>
        <p:nvSpPr>
          <p:cNvPr id="716" name="Google Shape;716;p51">
            <a:extLst>
              <a:ext uri="{FF2B5EF4-FFF2-40B4-BE49-F238E27FC236}">
                <a16:creationId xmlns:a16="http://schemas.microsoft.com/office/drawing/2014/main" id="{5B443255-EA38-3ED5-4456-F984A3BA7EA8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181313" y="2004450"/>
            <a:ext cx="2457600" cy="3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Usability</a:t>
            </a:r>
            <a:endParaRPr dirty="0"/>
          </a:p>
        </p:txBody>
      </p:sp>
      <p:sp>
        <p:nvSpPr>
          <p:cNvPr id="12" name="Google Shape;713;p51">
            <a:extLst>
              <a:ext uri="{FF2B5EF4-FFF2-40B4-BE49-F238E27FC236}">
                <a16:creationId xmlns:a16="http://schemas.microsoft.com/office/drawing/2014/main" id="{C111D9B0-0329-6D93-F84E-F25E9C91122F}"/>
              </a:ext>
            </a:extLst>
          </p:cNvPr>
          <p:cNvSpPr txBox="1">
            <a:spLocks/>
          </p:cNvSpPr>
          <p:nvPr/>
        </p:nvSpPr>
        <p:spPr>
          <a:xfrm>
            <a:off x="3343196" y="2343149"/>
            <a:ext cx="2457600" cy="191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lvl="0"/>
            <a:r>
              <a:rPr lang="en-SG" dirty="0"/>
              <a:t>To </a:t>
            </a:r>
            <a:r>
              <a:rPr lang="en-SG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verify user authenticity </a:t>
            </a:r>
            <a:r>
              <a:rPr lang="en-SG" dirty="0"/>
              <a:t>through secure user authentication protocols, preventing impersonation or unauthorized access.</a:t>
            </a:r>
            <a:endParaRPr lang="en-US" dirty="0"/>
          </a:p>
        </p:txBody>
      </p:sp>
      <p:sp>
        <p:nvSpPr>
          <p:cNvPr id="13" name="Google Shape;713;p51">
            <a:extLst>
              <a:ext uri="{FF2B5EF4-FFF2-40B4-BE49-F238E27FC236}">
                <a16:creationId xmlns:a16="http://schemas.microsoft.com/office/drawing/2014/main" id="{C42E20DE-4BF8-1771-2DE1-28CC8163DDC7}"/>
              </a:ext>
            </a:extLst>
          </p:cNvPr>
          <p:cNvSpPr txBox="1">
            <a:spLocks/>
          </p:cNvSpPr>
          <p:nvPr/>
        </p:nvSpPr>
        <p:spPr>
          <a:xfrm>
            <a:off x="5945092" y="2343147"/>
            <a:ext cx="2457600" cy="191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lvl="0"/>
            <a:r>
              <a:rPr lang="en-SG" dirty="0"/>
              <a:t>To design </a:t>
            </a:r>
            <a:r>
              <a:rPr lang="en-SG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user-friendly mobile interface </a:t>
            </a:r>
            <a:r>
              <a:rPr lang="en-SG" dirty="0"/>
              <a:t>that provides secure communication without compromising usability.</a:t>
            </a:r>
            <a:endParaRPr lang="en-US" dirty="0"/>
          </a:p>
        </p:txBody>
      </p:sp>
      <p:sp>
        <p:nvSpPr>
          <p:cNvPr id="14" name="Google Shape;1105;p64">
            <a:extLst>
              <a:ext uri="{FF2B5EF4-FFF2-40B4-BE49-F238E27FC236}">
                <a16:creationId xmlns:a16="http://schemas.microsoft.com/office/drawing/2014/main" id="{41F1DB80-40BA-06D4-254D-59C3E6357E6A}"/>
              </a:ext>
            </a:extLst>
          </p:cNvPr>
          <p:cNvSpPr/>
          <p:nvPr/>
        </p:nvSpPr>
        <p:spPr>
          <a:xfrm rot="5400000">
            <a:off x="1785060" y="2971813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05;p64">
            <a:extLst>
              <a:ext uri="{FF2B5EF4-FFF2-40B4-BE49-F238E27FC236}">
                <a16:creationId xmlns:a16="http://schemas.microsoft.com/office/drawing/2014/main" id="{F376EE49-A6A9-7245-263A-1C054E198678}"/>
              </a:ext>
            </a:extLst>
          </p:cNvPr>
          <p:cNvSpPr/>
          <p:nvPr/>
        </p:nvSpPr>
        <p:spPr>
          <a:xfrm rot="5400000">
            <a:off x="4539953" y="2971813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917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5"/>
          <p:cNvSpPr txBox="1">
            <a:spLocks noGrp="1"/>
          </p:cNvSpPr>
          <p:nvPr>
            <p:ph type="title" idx="13"/>
          </p:nvPr>
        </p:nvSpPr>
        <p:spPr>
          <a:xfrm>
            <a:off x="719999" y="331168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Competitive Landscape</a:t>
            </a:r>
            <a:endParaRPr dirty="0">
              <a:solidFill>
                <a:schemeClr val="dk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C76168-FCEC-C8AC-70DC-F446EF6BF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995"/>
              </p:ext>
            </p:extLst>
          </p:nvPr>
        </p:nvGraphicFramePr>
        <p:xfrm>
          <a:off x="180732" y="961328"/>
          <a:ext cx="8782535" cy="3276780"/>
        </p:xfrm>
        <a:graphic>
          <a:graphicData uri="http://schemas.openxmlformats.org/drawingml/2006/table">
            <a:tbl>
              <a:tblPr/>
              <a:tblGrid>
                <a:gridCol w="1756507">
                  <a:extLst>
                    <a:ext uri="{9D8B030D-6E8A-4147-A177-3AD203B41FA5}">
                      <a16:colId xmlns:a16="http://schemas.microsoft.com/office/drawing/2014/main" val="1021227809"/>
                    </a:ext>
                  </a:extLst>
                </a:gridCol>
                <a:gridCol w="1756507">
                  <a:extLst>
                    <a:ext uri="{9D8B030D-6E8A-4147-A177-3AD203B41FA5}">
                      <a16:colId xmlns:a16="http://schemas.microsoft.com/office/drawing/2014/main" val="1384509605"/>
                    </a:ext>
                  </a:extLst>
                </a:gridCol>
                <a:gridCol w="1756507">
                  <a:extLst>
                    <a:ext uri="{9D8B030D-6E8A-4147-A177-3AD203B41FA5}">
                      <a16:colId xmlns:a16="http://schemas.microsoft.com/office/drawing/2014/main" val="191569900"/>
                    </a:ext>
                  </a:extLst>
                </a:gridCol>
                <a:gridCol w="1756507">
                  <a:extLst>
                    <a:ext uri="{9D8B030D-6E8A-4147-A177-3AD203B41FA5}">
                      <a16:colId xmlns:a16="http://schemas.microsoft.com/office/drawing/2014/main" val="2625376357"/>
                    </a:ext>
                  </a:extLst>
                </a:gridCol>
                <a:gridCol w="1756507">
                  <a:extLst>
                    <a:ext uri="{9D8B030D-6E8A-4147-A177-3AD203B41FA5}">
                      <a16:colId xmlns:a16="http://schemas.microsoft.com/office/drawing/2014/main" val="3084258748"/>
                    </a:ext>
                  </a:extLst>
                </a:gridCol>
              </a:tblGrid>
              <a:tr h="655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30" b="1" baseline="0" dirty="0"/>
                        <a:t>Feature</a:t>
                      </a:r>
                      <a:endParaRPr lang="en-US" sz="143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30" b="1" baseline="0" dirty="0"/>
                        <a:t>Signal</a:t>
                      </a:r>
                      <a:endParaRPr lang="en-US" sz="143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30" b="1" baseline="0" dirty="0"/>
                        <a:t>Standard Notes</a:t>
                      </a:r>
                      <a:endParaRPr lang="en-US" sz="143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30" b="1" baseline="0" dirty="0" err="1"/>
                        <a:t>Notesnook</a:t>
                      </a:r>
                      <a:endParaRPr lang="en-US" sz="143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30" b="1" baseline="0" dirty="0"/>
                        <a:t>Our Solution</a:t>
                      </a:r>
                      <a:endParaRPr lang="en-US" sz="143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40245"/>
                  </a:ext>
                </a:extLst>
              </a:tr>
              <a:tr h="655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Encryption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Signal Protocol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AES-based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Zero-knowledge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AES/GCM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599324"/>
                  </a:ext>
                </a:extLst>
              </a:tr>
              <a:tr h="655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Sharing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Messaging only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Cloud sync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Cloud sync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Database Encrypted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53478"/>
                  </a:ext>
                </a:extLst>
              </a:tr>
              <a:tr h="655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2FA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Optional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Yes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Mandatory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661053"/>
                  </a:ext>
                </a:extLst>
              </a:tr>
              <a:tr h="655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Metadata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/>
                        <a:t>Moderate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30" baseline="0" dirty="0"/>
                        <a:t>Encrypted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084072"/>
                  </a:ext>
                </a:extLst>
              </a:tr>
            </a:tbl>
          </a:graphicData>
        </a:graphic>
      </p:graphicFrame>
      <p:sp>
        <p:nvSpPr>
          <p:cNvPr id="18" name="Subtitle 17">
            <a:extLst>
              <a:ext uri="{FF2B5EF4-FFF2-40B4-BE49-F238E27FC236}">
                <a16:creationId xmlns:a16="http://schemas.microsoft.com/office/drawing/2014/main" id="{B6A314D5-E2B7-8FF5-348E-94FFA5A8470C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419338" y="4216105"/>
            <a:ext cx="8305324" cy="604800"/>
          </a:xfrm>
        </p:spPr>
        <p:txBody>
          <a:bodyPr/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Gap Identified</a:t>
            </a:r>
            <a:r>
              <a:rPr lang="en-US" dirty="0"/>
              <a:t>: No existing platform combines secure sharing and 2FA </a:t>
            </a:r>
          </a:p>
          <a:p>
            <a:r>
              <a:rPr lang="en-US" dirty="0"/>
              <a:t>In one Web-native system.</a:t>
            </a:r>
          </a:p>
        </p:txBody>
      </p:sp>
      <p:sp>
        <p:nvSpPr>
          <p:cNvPr id="23" name="Google Shape;1105;p64">
            <a:extLst>
              <a:ext uri="{FF2B5EF4-FFF2-40B4-BE49-F238E27FC236}">
                <a16:creationId xmlns:a16="http://schemas.microsoft.com/office/drawing/2014/main" id="{BB802D96-6DAF-D7DF-F83F-0045803F0670}"/>
              </a:ext>
            </a:extLst>
          </p:cNvPr>
          <p:cNvSpPr/>
          <p:nvPr/>
        </p:nvSpPr>
        <p:spPr>
          <a:xfrm rot="5400000">
            <a:off x="322125" y="2432091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105;p64">
            <a:extLst>
              <a:ext uri="{FF2B5EF4-FFF2-40B4-BE49-F238E27FC236}">
                <a16:creationId xmlns:a16="http://schemas.microsoft.com/office/drawing/2014/main" id="{FA1A7292-7517-05D8-D908-307859B2059F}"/>
              </a:ext>
            </a:extLst>
          </p:cNvPr>
          <p:cNvSpPr/>
          <p:nvPr/>
        </p:nvSpPr>
        <p:spPr>
          <a:xfrm rot="5400000">
            <a:off x="2122267" y="2543550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105;p64">
            <a:extLst>
              <a:ext uri="{FF2B5EF4-FFF2-40B4-BE49-F238E27FC236}">
                <a16:creationId xmlns:a16="http://schemas.microsoft.com/office/drawing/2014/main" id="{80C2EE5D-9413-9D9C-ABC4-7D0C39689A69}"/>
              </a:ext>
            </a:extLst>
          </p:cNvPr>
          <p:cNvSpPr/>
          <p:nvPr/>
        </p:nvSpPr>
        <p:spPr>
          <a:xfrm rot="5400000">
            <a:off x="3913710" y="2475878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105;p64">
            <a:extLst>
              <a:ext uri="{FF2B5EF4-FFF2-40B4-BE49-F238E27FC236}">
                <a16:creationId xmlns:a16="http://schemas.microsoft.com/office/drawing/2014/main" id="{A1C524D6-FC53-06DD-EF22-32F988B43F9B}"/>
              </a:ext>
            </a:extLst>
          </p:cNvPr>
          <p:cNvSpPr/>
          <p:nvPr/>
        </p:nvSpPr>
        <p:spPr>
          <a:xfrm rot="5400000">
            <a:off x="5663813" y="2558123"/>
            <a:ext cx="30465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48"/>
          <p:cNvGrpSpPr/>
          <p:nvPr/>
        </p:nvGrpSpPr>
        <p:grpSpPr>
          <a:xfrm>
            <a:off x="3442050" y="1672953"/>
            <a:ext cx="1033200" cy="915900"/>
            <a:chOff x="1113724" y="1461053"/>
            <a:chExt cx="1033200" cy="915900"/>
          </a:xfrm>
        </p:grpSpPr>
        <p:sp>
          <p:nvSpPr>
            <p:cNvPr id="612" name="Google Shape;612;p48"/>
            <p:cNvSpPr/>
            <p:nvPr/>
          </p:nvSpPr>
          <p:spPr>
            <a:xfrm rot="-2132765">
              <a:off x="1155057" y="1695686"/>
              <a:ext cx="950534" cy="446635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8"/>
            <p:cNvSpPr/>
            <p:nvPr/>
          </p:nvSpPr>
          <p:spPr>
            <a:xfrm>
              <a:off x="1828386" y="1538701"/>
              <a:ext cx="102300" cy="10230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8"/>
          <p:cNvGrpSpPr/>
          <p:nvPr/>
        </p:nvGrpSpPr>
        <p:grpSpPr>
          <a:xfrm rot="10800000">
            <a:off x="4668750" y="1672953"/>
            <a:ext cx="1033200" cy="915900"/>
            <a:chOff x="1113724" y="1461053"/>
            <a:chExt cx="1033200" cy="915900"/>
          </a:xfrm>
        </p:grpSpPr>
        <p:sp>
          <p:nvSpPr>
            <p:cNvPr id="615" name="Google Shape;615;p48"/>
            <p:cNvSpPr/>
            <p:nvPr/>
          </p:nvSpPr>
          <p:spPr>
            <a:xfrm rot="-2132765">
              <a:off x="1155057" y="1695686"/>
              <a:ext cx="950534" cy="446635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8"/>
            <p:cNvSpPr/>
            <p:nvPr/>
          </p:nvSpPr>
          <p:spPr>
            <a:xfrm>
              <a:off x="1828386" y="1538701"/>
              <a:ext cx="102300" cy="10230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48"/>
          <p:cNvGrpSpPr/>
          <p:nvPr/>
        </p:nvGrpSpPr>
        <p:grpSpPr>
          <a:xfrm flipH="1">
            <a:off x="4668750" y="3120778"/>
            <a:ext cx="1033200" cy="915900"/>
            <a:chOff x="1113724" y="1461053"/>
            <a:chExt cx="1033200" cy="915900"/>
          </a:xfrm>
        </p:grpSpPr>
        <p:sp>
          <p:nvSpPr>
            <p:cNvPr id="618" name="Google Shape;618;p48"/>
            <p:cNvSpPr/>
            <p:nvPr/>
          </p:nvSpPr>
          <p:spPr>
            <a:xfrm rot="-2132765">
              <a:off x="1155057" y="1695686"/>
              <a:ext cx="950534" cy="446635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1828386" y="1538701"/>
              <a:ext cx="102300" cy="10230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" name="Google Shape;620;p48"/>
          <p:cNvGrpSpPr/>
          <p:nvPr/>
        </p:nvGrpSpPr>
        <p:grpSpPr>
          <a:xfrm rot="10800000" flipH="1">
            <a:off x="3442050" y="3120778"/>
            <a:ext cx="1033200" cy="915900"/>
            <a:chOff x="1113724" y="1461053"/>
            <a:chExt cx="1033200" cy="915900"/>
          </a:xfrm>
        </p:grpSpPr>
        <p:sp>
          <p:nvSpPr>
            <p:cNvPr id="621" name="Google Shape;621;p48"/>
            <p:cNvSpPr/>
            <p:nvPr/>
          </p:nvSpPr>
          <p:spPr>
            <a:xfrm rot="-2132765">
              <a:off x="1155057" y="1695686"/>
              <a:ext cx="950534" cy="446635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1828386" y="1538701"/>
              <a:ext cx="102300" cy="10230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48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endParaRPr dirty="0"/>
          </a:p>
        </p:txBody>
      </p:sp>
      <p:sp>
        <p:nvSpPr>
          <p:cNvPr id="625" name="Google Shape;625;p48"/>
          <p:cNvSpPr txBox="1">
            <a:spLocks noGrp="1"/>
          </p:cNvSpPr>
          <p:nvPr>
            <p:ph type="title" idx="4294967295"/>
          </p:nvPr>
        </p:nvSpPr>
        <p:spPr>
          <a:xfrm>
            <a:off x="734975" y="1506863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AES-GCM Encryption</a:t>
            </a:r>
            <a:endParaRPr sz="1600" dirty="0"/>
          </a:p>
        </p:txBody>
      </p:sp>
      <p:sp>
        <p:nvSpPr>
          <p:cNvPr id="626" name="Google Shape;626;p48"/>
          <p:cNvSpPr txBox="1">
            <a:spLocks noGrp="1"/>
          </p:cNvSpPr>
          <p:nvPr>
            <p:ph type="subTitle" idx="4294967295"/>
          </p:nvPr>
        </p:nvSpPr>
        <p:spPr>
          <a:xfrm>
            <a:off x="763393" y="1870525"/>
            <a:ext cx="2423700" cy="70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r">
              <a:buNone/>
            </a:pPr>
            <a:r>
              <a:rPr lang="en-US" dirty="0"/>
              <a:t>Client-side encryption before any transmission.</a:t>
            </a:r>
          </a:p>
        </p:txBody>
      </p:sp>
      <p:sp>
        <p:nvSpPr>
          <p:cNvPr id="627" name="Google Shape;627;p48"/>
          <p:cNvSpPr txBox="1">
            <a:spLocks noGrp="1"/>
          </p:cNvSpPr>
          <p:nvPr>
            <p:ph type="title" idx="4294967295"/>
          </p:nvPr>
        </p:nvSpPr>
        <p:spPr>
          <a:xfrm>
            <a:off x="734975" y="3040688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Hierarchical  Access Control</a:t>
            </a:r>
            <a:endParaRPr sz="1600" dirty="0"/>
          </a:p>
        </p:txBody>
      </p:sp>
      <p:sp>
        <p:nvSpPr>
          <p:cNvPr id="628" name="Google Shape;628;p48"/>
          <p:cNvSpPr txBox="1">
            <a:spLocks noGrp="1"/>
          </p:cNvSpPr>
          <p:nvPr>
            <p:ph type="subTitle" idx="4294967295"/>
          </p:nvPr>
        </p:nvSpPr>
        <p:spPr>
          <a:xfrm>
            <a:off x="734975" y="3488588"/>
            <a:ext cx="2423700" cy="70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Owners can assign roles into the web system.</a:t>
            </a:r>
            <a:endParaRPr dirty="0"/>
          </a:p>
        </p:txBody>
      </p:sp>
      <p:sp>
        <p:nvSpPr>
          <p:cNvPr id="630" name="Google Shape;630;p48"/>
          <p:cNvSpPr txBox="1">
            <a:spLocks noGrp="1"/>
          </p:cNvSpPr>
          <p:nvPr>
            <p:ph type="title" idx="4294967295"/>
          </p:nvPr>
        </p:nvSpPr>
        <p:spPr>
          <a:xfrm>
            <a:off x="5985275" y="1506863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2FA</a:t>
            </a:r>
            <a:endParaRPr sz="1600" dirty="0"/>
          </a:p>
        </p:txBody>
      </p:sp>
      <p:sp>
        <p:nvSpPr>
          <p:cNvPr id="631" name="Google Shape;631;p48"/>
          <p:cNvSpPr txBox="1">
            <a:spLocks noGrp="1"/>
          </p:cNvSpPr>
          <p:nvPr>
            <p:ph type="subTitle" idx="4294967295"/>
          </p:nvPr>
        </p:nvSpPr>
        <p:spPr>
          <a:xfrm>
            <a:off x="5985275" y="1730813"/>
            <a:ext cx="2423700" cy="70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Mandatory authentication with intergration</a:t>
            </a:r>
            <a:endParaRPr dirty="0"/>
          </a:p>
        </p:txBody>
      </p:sp>
      <p:sp>
        <p:nvSpPr>
          <p:cNvPr id="632" name="Google Shape;632;p48"/>
          <p:cNvSpPr txBox="1">
            <a:spLocks noGrp="1"/>
          </p:cNvSpPr>
          <p:nvPr>
            <p:ph type="title" idx="4294967295"/>
          </p:nvPr>
        </p:nvSpPr>
        <p:spPr>
          <a:xfrm>
            <a:off x="5985275" y="3040688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Documents Sharing</a:t>
            </a:r>
            <a:endParaRPr sz="1600" dirty="0"/>
          </a:p>
        </p:txBody>
      </p:sp>
      <p:sp>
        <p:nvSpPr>
          <p:cNvPr id="633" name="Google Shape;633;p48"/>
          <p:cNvSpPr txBox="1">
            <a:spLocks noGrp="1"/>
          </p:cNvSpPr>
          <p:nvPr>
            <p:ph type="subTitle" idx="4294967295"/>
          </p:nvPr>
        </p:nvSpPr>
        <p:spPr>
          <a:xfrm>
            <a:off x="5985275" y="3488588"/>
            <a:ext cx="2423700" cy="70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Smooth upload material workflow</a:t>
            </a:r>
            <a:endParaRPr dirty="0"/>
          </a:p>
        </p:txBody>
      </p:sp>
      <p:grpSp>
        <p:nvGrpSpPr>
          <p:cNvPr id="2" name="Google Shape;13289;p89">
            <a:extLst>
              <a:ext uri="{FF2B5EF4-FFF2-40B4-BE49-F238E27FC236}">
                <a16:creationId xmlns:a16="http://schemas.microsoft.com/office/drawing/2014/main" id="{99C75C4F-4BC8-6F40-7B8A-623CC30443AD}"/>
              </a:ext>
            </a:extLst>
          </p:cNvPr>
          <p:cNvGrpSpPr/>
          <p:nvPr/>
        </p:nvGrpSpPr>
        <p:grpSpPr>
          <a:xfrm>
            <a:off x="4788432" y="3243474"/>
            <a:ext cx="793836" cy="582464"/>
            <a:chOff x="7009649" y="1541981"/>
            <a:chExt cx="524940" cy="320655"/>
          </a:xfrm>
        </p:grpSpPr>
        <p:sp>
          <p:nvSpPr>
            <p:cNvPr id="3" name="Google Shape;13290;p89">
              <a:extLst>
                <a:ext uri="{FF2B5EF4-FFF2-40B4-BE49-F238E27FC236}">
                  <a16:creationId xmlns:a16="http://schemas.microsoft.com/office/drawing/2014/main" id="{A441EB0A-2517-2A0E-E62D-9D91E4B927B8}"/>
                </a:ext>
              </a:extLst>
            </p:cNvPr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291;p89">
              <a:extLst>
                <a:ext uri="{FF2B5EF4-FFF2-40B4-BE49-F238E27FC236}">
                  <a16:creationId xmlns:a16="http://schemas.microsoft.com/office/drawing/2014/main" id="{4C30602D-FDFA-D909-FDA8-FB2E6FECA026}"/>
                </a:ext>
              </a:extLst>
            </p:cNvPr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292;p89">
              <a:extLst>
                <a:ext uri="{FF2B5EF4-FFF2-40B4-BE49-F238E27FC236}">
                  <a16:creationId xmlns:a16="http://schemas.microsoft.com/office/drawing/2014/main" id="{D7DDC79C-6035-3646-870A-4D678ABEC4F7}"/>
                </a:ext>
              </a:extLst>
            </p:cNvPr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293;p89">
              <a:extLst>
                <a:ext uri="{FF2B5EF4-FFF2-40B4-BE49-F238E27FC236}">
                  <a16:creationId xmlns:a16="http://schemas.microsoft.com/office/drawing/2014/main" id="{25F526B9-E7AC-1CEF-F7E8-1CC186FE7BAB}"/>
                </a:ext>
              </a:extLst>
            </p:cNvPr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294;p89">
              <a:extLst>
                <a:ext uri="{FF2B5EF4-FFF2-40B4-BE49-F238E27FC236}">
                  <a16:creationId xmlns:a16="http://schemas.microsoft.com/office/drawing/2014/main" id="{5C5A239A-E0FD-E4DC-43E1-1C4C472A8D72}"/>
                </a:ext>
              </a:extLst>
            </p:cNvPr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295;p89">
              <a:extLst>
                <a:ext uri="{FF2B5EF4-FFF2-40B4-BE49-F238E27FC236}">
                  <a16:creationId xmlns:a16="http://schemas.microsoft.com/office/drawing/2014/main" id="{5491B810-D090-58BD-EAAD-444999BE01FF}"/>
                </a:ext>
              </a:extLst>
            </p:cNvPr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296;p89">
              <a:extLst>
                <a:ext uri="{FF2B5EF4-FFF2-40B4-BE49-F238E27FC236}">
                  <a16:creationId xmlns:a16="http://schemas.microsoft.com/office/drawing/2014/main" id="{A77104CF-BB7E-07C1-477A-DBB805ED4998}"/>
                </a:ext>
              </a:extLst>
            </p:cNvPr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297;p89">
              <a:extLst>
                <a:ext uri="{FF2B5EF4-FFF2-40B4-BE49-F238E27FC236}">
                  <a16:creationId xmlns:a16="http://schemas.microsoft.com/office/drawing/2014/main" id="{5BD63A17-0731-76B7-D12D-B7D80EA939B0}"/>
                </a:ext>
              </a:extLst>
            </p:cNvPr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4" name="Picture 20" descr="Qr code - Free business icons">
            <a:extLst>
              <a:ext uri="{FF2B5EF4-FFF2-40B4-BE49-F238E27FC236}">
                <a16:creationId xmlns:a16="http://schemas.microsoft.com/office/drawing/2014/main" id="{3782C1AD-FDCB-FF0F-FBE6-E5E6CBDC8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441" y="3181154"/>
            <a:ext cx="709567" cy="709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ngerprint - Free icons">
            <a:extLst>
              <a:ext uri="{FF2B5EF4-FFF2-40B4-BE49-F238E27FC236}">
                <a16:creationId xmlns:a16="http://schemas.microsoft.com/office/drawing/2014/main" id="{661A0615-D9E2-4F7B-8C26-DE23A149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114" y="1785631"/>
            <a:ext cx="690472" cy="6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oogle Shape;1358;p70">
            <a:extLst>
              <a:ext uri="{FF2B5EF4-FFF2-40B4-BE49-F238E27FC236}">
                <a16:creationId xmlns:a16="http://schemas.microsoft.com/office/drawing/2014/main" id="{9BAB88BE-1484-DFCE-3C66-A9949748ACD0}"/>
              </a:ext>
            </a:extLst>
          </p:cNvPr>
          <p:cNvGrpSpPr/>
          <p:nvPr/>
        </p:nvGrpSpPr>
        <p:grpSpPr>
          <a:xfrm flipH="1">
            <a:off x="3600128" y="1760795"/>
            <a:ext cx="658884" cy="760933"/>
            <a:chOff x="2279938" y="1978450"/>
            <a:chExt cx="215050" cy="296600"/>
          </a:xfrm>
        </p:grpSpPr>
        <p:sp>
          <p:nvSpPr>
            <p:cNvPr id="12" name="Google Shape;1359;p70">
              <a:extLst>
                <a:ext uri="{FF2B5EF4-FFF2-40B4-BE49-F238E27FC236}">
                  <a16:creationId xmlns:a16="http://schemas.microsoft.com/office/drawing/2014/main" id="{C3E74DBB-DE99-FDA3-B6B6-13BB5C29D121}"/>
                </a:ext>
              </a:extLst>
            </p:cNvPr>
            <p:cNvSpPr/>
            <p:nvPr/>
          </p:nvSpPr>
          <p:spPr>
            <a:xfrm>
              <a:off x="2279938" y="1978450"/>
              <a:ext cx="215050" cy="296600"/>
            </a:xfrm>
            <a:custGeom>
              <a:avLst/>
              <a:gdLst/>
              <a:ahLst/>
              <a:cxnLst/>
              <a:rect l="l" t="t" r="r" b="b"/>
              <a:pathLst>
                <a:path w="8602" h="11864" extrusionOk="0">
                  <a:moveTo>
                    <a:pt x="3884" y="0"/>
                  </a:moveTo>
                  <a:cubicBezTo>
                    <a:pt x="1742" y="0"/>
                    <a:pt x="0" y="1742"/>
                    <a:pt x="0" y="3884"/>
                  </a:cubicBezTo>
                  <a:lnTo>
                    <a:pt x="0" y="4555"/>
                  </a:lnTo>
                  <a:cubicBezTo>
                    <a:pt x="0" y="5378"/>
                    <a:pt x="248" y="6167"/>
                    <a:pt x="719" y="6841"/>
                  </a:cubicBezTo>
                  <a:lnTo>
                    <a:pt x="719" y="8750"/>
                  </a:lnTo>
                  <a:cubicBezTo>
                    <a:pt x="719" y="8866"/>
                    <a:pt x="802" y="8970"/>
                    <a:pt x="915" y="8987"/>
                  </a:cubicBezTo>
                  <a:cubicBezTo>
                    <a:pt x="926" y="8988"/>
                    <a:pt x="938" y="8989"/>
                    <a:pt x="949" y="8989"/>
                  </a:cubicBezTo>
                  <a:cubicBezTo>
                    <a:pt x="1076" y="8989"/>
                    <a:pt x="1181" y="8885"/>
                    <a:pt x="1181" y="8757"/>
                  </a:cubicBezTo>
                  <a:lnTo>
                    <a:pt x="1181" y="6767"/>
                  </a:lnTo>
                  <a:cubicBezTo>
                    <a:pt x="1181" y="6719"/>
                    <a:pt x="1165" y="6672"/>
                    <a:pt x="1137" y="6634"/>
                  </a:cubicBezTo>
                  <a:cubicBezTo>
                    <a:pt x="696" y="6026"/>
                    <a:pt x="463" y="5310"/>
                    <a:pt x="463" y="4556"/>
                  </a:cubicBezTo>
                  <a:lnTo>
                    <a:pt x="463" y="3886"/>
                  </a:lnTo>
                  <a:cubicBezTo>
                    <a:pt x="463" y="3886"/>
                    <a:pt x="1998" y="465"/>
                    <a:pt x="3884" y="465"/>
                  </a:cubicBezTo>
                  <a:cubicBezTo>
                    <a:pt x="5769" y="465"/>
                    <a:pt x="7304" y="2000"/>
                    <a:pt x="7313" y="3886"/>
                  </a:cubicBezTo>
                  <a:lnTo>
                    <a:pt x="7313" y="4847"/>
                  </a:lnTo>
                  <a:cubicBezTo>
                    <a:pt x="7302" y="4886"/>
                    <a:pt x="7311" y="4923"/>
                    <a:pt x="7330" y="4958"/>
                  </a:cubicBezTo>
                  <a:lnTo>
                    <a:pt x="8078" y="6323"/>
                  </a:lnTo>
                  <a:cubicBezTo>
                    <a:pt x="8133" y="6426"/>
                    <a:pt x="8092" y="6515"/>
                    <a:pt x="8072" y="6548"/>
                  </a:cubicBezTo>
                  <a:cubicBezTo>
                    <a:pt x="8054" y="6578"/>
                    <a:pt x="8006" y="6644"/>
                    <a:pt x="7911" y="6644"/>
                  </a:cubicBezTo>
                  <a:cubicBezTo>
                    <a:pt x="7900" y="6644"/>
                    <a:pt x="7888" y="6643"/>
                    <a:pt x="7876" y="6641"/>
                  </a:cubicBezTo>
                  <a:lnTo>
                    <a:pt x="7874" y="6641"/>
                  </a:lnTo>
                  <a:lnTo>
                    <a:pt x="7531" y="6665"/>
                  </a:lnTo>
                  <a:lnTo>
                    <a:pt x="7543" y="6665"/>
                  </a:lnTo>
                  <a:cubicBezTo>
                    <a:pt x="7522" y="6665"/>
                    <a:pt x="7500" y="6667"/>
                    <a:pt x="7480" y="6672"/>
                  </a:cubicBezTo>
                  <a:cubicBezTo>
                    <a:pt x="7376" y="6704"/>
                    <a:pt x="7311" y="6796"/>
                    <a:pt x="7311" y="6896"/>
                  </a:cubicBezTo>
                  <a:lnTo>
                    <a:pt x="7311" y="7931"/>
                  </a:lnTo>
                  <a:cubicBezTo>
                    <a:pt x="7311" y="8485"/>
                    <a:pt x="6861" y="8933"/>
                    <a:pt x="6310" y="8933"/>
                  </a:cubicBezTo>
                  <a:lnTo>
                    <a:pt x="5615" y="8933"/>
                  </a:lnTo>
                  <a:cubicBezTo>
                    <a:pt x="5301" y="8933"/>
                    <a:pt x="5043" y="9190"/>
                    <a:pt x="5043" y="9505"/>
                  </a:cubicBezTo>
                  <a:lnTo>
                    <a:pt x="5043" y="11273"/>
                  </a:lnTo>
                  <a:lnTo>
                    <a:pt x="1898" y="9859"/>
                  </a:lnTo>
                  <a:cubicBezTo>
                    <a:pt x="1867" y="9844"/>
                    <a:pt x="1834" y="9838"/>
                    <a:pt x="1802" y="9838"/>
                  </a:cubicBezTo>
                  <a:cubicBezTo>
                    <a:pt x="1708" y="9838"/>
                    <a:pt x="1618" y="9896"/>
                    <a:pt x="1583" y="9996"/>
                  </a:cubicBezTo>
                  <a:cubicBezTo>
                    <a:pt x="1544" y="10108"/>
                    <a:pt x="1604" y="10236"/>
                    <a:pt x="1713" y="10284"/>
                  </a:cubicBezTo>
                  <a:lnTo>
                    <a:pt x="5180" y="11841"/>
                  </a:lnTo>
                  <a:cubicBezTo>
                    <a:pt x="5210" y="11856"/>
                    <a:pt x="5241" y="11863"/>
                    <a:pt x="5275" y="11863"/>
                  </a:cubicBezTo>
                  <a:cubicBezTo>
                    <a:pt x="5347" y="11863"/>
                    <a:pt x="5417" y="11830"/>
                    <a:pt x="5464" y="11765"/>
                  </a:cubicBezTo>
                  <a:cubicBezTo>
                    <a:pt x="5491" y="11726"/>
                    <a:pt x="5506" y="11678"/>
                    <a:pt x="5506" y="11627"/>
                  </a:cubicBezTo>
                  <a:lnTo>
                    <a:pt x="5506" y="9505"/>
                  </a:lnTo>
                  <a:cubicBezTo>
                    <a:pt x="5506" y="9444"/>
                    <a:pt x="5554" y="9396"/>
                    <a:pt x="5615" y="9396"/>
                  </a:cubicBezTo>
                  <a:lnTo>
                    <a:pt x="6310" y="9396"/>
                  </a:lnTo>
                  <a:cubicBezTo>
                    <a:pt x="7117" y="9396"/>
                    <a:pt x="7774" y="8740"/>
                    <a:pt x="7774" y="7931"/>
                  </a:cubicBezTo>
                  <a:lnTo>
                    <a:pt x="7774" y="7100"/>
                  </a:lnTo>
                  <a:lnTo>
                    <a:pt x="7870" y="7124"/>
                  </a:lnTo>
                  <a:lnTo>
                    <a:pt x="7874" y="7124"/>
                  </a:lnTo>
                  <a:cubicBezTo>
                    <a:pt x="8118" y="7119"/>
                    <a:pt x="8340" y="6995"/>
                    <a:pt x="8466" y="6784"/>
                  </a:cubicBezTo>
                  <a:cubicBezTo>
                    <a:pt x="8598" y="6571"/>
                    <a:pt x="8602" y="6313"/>
                    <a:pt x="8483" y="6097"/>
                  </a:cubicBezTo>
                  <a:lnTo>
                    <a:pt x="7776" y="4784"/>
                  </a:lnTo>
                  <a:lnTo>
                    <a:pt x="7776" y="3884"/>
                  </a:lnTo>
                  <a:cubicBezTo>
                    <a:pt x="7765" y="1742"/>
                    <a:pt x="6025" y="0"/>
                    <a:pt x="3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60;p70">
              <a:extLst>
                <a:ext uri="{FF2B5EF4-FFF2-40B4-BE49-F238E27FC236}">
                  <a16:creationId xmlns:a16="http://schemas.microsoft.com/office/drawing/2014/main" id="{7E91A5C3-44BA-B1FF-83D1-553288F5297A}"/>
                </a:ext>
              </a:extLst>
            </p:cNvPr>
            <p:cNvSpPr/>
            <p:nvPr/>
          </p:nvSpPr>
          <p:spPr>
            <a:xfrm>
              <a:off x="2307238" y="2006125"/>
              <a:ext cx="139475" cy="139425"/>
            </a:xfrm>
            <a:custGeom>
              <a:avLst/>
              <a:gdLst/>
              <a:ahLst/>
              <a:cxnLst/>
              <a:rect l="l" t="t" r="r" b="b"/>
              <a:pathLst>
                <a:path w="5579" h="5577" extrusionOk="0">
                  <a:moveTo>
                    <a:pt x="3074" y="465"/>
                  </a:moveTo>
                  <a:cubicBezTo>
                    <a:pt x="3098" y="465"/>
                    <a:pt x="3133" y="504"/>
                    <a:pt x="3140" y="569"/>
                  </a:cubicBezTo>
                  <a:lnTo>
                    <a:pt x="3176" y="867"/>
                  </a:lnTo>
                  <a:cubicBezTo>
                    <a:pt x="3187" y="958"/>
                    <a:pt x="3250" y="1033"/>
                    <a:pt x="3339" y="1061"/>
                  </a:cubicBezTo>
                  <a:cubicBezTo>
                    <a:pt x="3435" y="1093"/>
                    <a:pt x="3527" y="1132"/>
                    <a:pt x="3618" y="1178"/>
                  </a:cubicBezTo>
                  <a:cubicBezTo>
                    <a:pt x="3652" y="1195"/>
                    <a:pt x="3688" y="1203"/>
                    <a:pt x="3724" y="1203"/>
                  </a:cubicBezTo>
                  <a:cubicBezTo>
                    <a:pt x="3775" y="1203"/>
                    <a:pt x="3826" y="1186"/>
                    <a:pt x="3868" y="1154"/>
                  </a:cubicBezTo>
                  <a:lnTo>
                    <a:pt x="4103" y="969"/>
                  </a:lnTo>
                  <a:cubicBezTo>
                    <a:pt x="4135" y="944"/>
                    <a:pt x="4168" y="935"/>
                    <a:pt x="4193" y="935"/>
                  </a:cubicBezTo>
                  <a:cubicBezTo>
                    <a:pt x="4208" y="935"/>
                    <a:pt x="4220" y="938"/>
                    <a:pt x="4227" y="945"/>
                  </a:cubicBezTo>
                  <a:lnTo>
                    <a:pt x="4634" y="1352"/>
                  </a:lnTo>
                  <a:cubicBezTo>
                    <a:pt x="4649" y="1367"/>
                    <a:pt x="4647" y="1422"/>
                    <a:pt x="4609" y="1474"/>
                  </a:cubicBezTo>
                  <a:lnTo>
                    <a:pt x="4422" y="1709"/>
                  </a:lnTo>
                  <a:cubicBezTo>
                    <a:pt x="4362" y="1781"/>
                    <a:pt x="4357" y="1881"/>
                    <a:pt x="4397" y="1963"/>
                  </a:cubicBezTo>
                  <a:cubicBezTo>
                    <a:pt x="4444" y="2050"/>
                    <a:pt x="4483" y="2144"/>
                    <a:pt x="4514" y="2240"/>
                  </a:cubicBezTo>
                  <a:cubicBezTo>
                    <a:pt x="4542" y="2328"/>
                    <a:pt x="4616" y="2390"/>
                    <a:pt x="4708" y="2402"/>
                  </a:cubicBezTo>
                  <a:lnTo>
                    <a:pt x="5007" y="2437"/>
                  </a:lnTo>
                  <a:cubicBezTo>
                    <a:pt x="5071" y="2444"/>
                    <a:pt x="5110" y="2481"/>
                    <a:pt x="5110" y="2503"/>
                  </a:cubicBezTo>
                  <a:lnTo>
                    <a:pt x="5110" y="3075"/>
                  </a:lnTo>
                  <a:cubicBezTo>
                    <a:pt x="5110" y="3098"/>
                    <a:pt x="5071" y="3135"/>
                    <a:pt x="5007" y="3142"/>
                  </a:cubicBezTo>
                  <a:lnTo>
                    <a:pt x="4707" y="3177"/>
                  </a:lnTo>
                  <a:cubicBezTo>
                    <a:pt x="4618" y="3188"/>
                    <a:pt x="4542" y="3251"/>
                    <a:pt x="4512" y="3338"/>
                  </a:cubicBezTo>
                  <a:cubicBezTo>
                    <a:pt x="4483" y="3435"/>
                    <a:pt x="4444" y="3529"/>
                    <a:pt x="4397" y="3616"/>
                  </a:cubicBezTo>
                  <a:cubicBezTo>
                    <a:pt x="4355" y="3697"/>
                    <a:pt x="4362" y="3797"/>
                    <a:pt x="4420" y="3870"/>
                  </a:cubicBezTo>
                  <a:lnTo>
                    <a:pt x="4609" y="4105"/>
                  </a:lnTo>
                  <a:cubicBezTo>
                    <a:pt x="4647" y="4157"/>
                    <a:pt x="4649" y="4208"/>
                    <a:pt x="4633" y="4227"/>
                  </a:cubicBezTo>
                  <a:lnTo>
                    <a:pt x="4225" y="4634"/>
                  </a:lnTo>
                  <a:cubicBezTo>
                    <a:pt x="4220" y="4641"/>
                    <a:pt x="4208" y="4644"/>
                    <a:pt x="4193" y="4644"/>
                  </a:cubicBezTo>
                  <a:cubicBezTo>
                    <a:pt x="4169" y="4644"/>
                    <a:pt x="4135" y="4634"/>
                    <a:pt x="4103" y="4610"/>
                  </a:cubicBezTo>
                  <a:lnTo>
                    <a:pt x="3868" y="4421"/>
                  </a:lnTo>
                  <a:cubicBezTo>
                    <a:pt x="3827" y="4388"/>
                    <a:pt x="3776" y="4372"/>
                    <a:pt x="3725" y="4372"/>
                  </a:cubicBezTo>
                  <a:cubicBezTo>
                    <a:pt x="3687" y="4372"/>
                    <a:pt x="3649" y="4381"/>
                    <a:pt x="3614" y="4399"/>
                  </a:cubicBezTo>
                  <a:cubicBezTo>
                    <a:pt x="3526" y="4445"/>
                    <a:pt x="3433" y="4484"/>
                    <a:pt x="3337" y="4514"/>
                  </a:cubicBezTo>
                  <a:cubicBezTo>
                    <a:pt x="3250" y="4542"/>
                    <a:pt x="3187" y="4616"/>
                    <a:pt x="3176" y="4708"/>
                  </a:cubicBezTo>
                  <a:lnTo>
                    <a:pt x="3140" y="5008"/>
                  </a:lnTo>
                  <a:cubicBezTo>
                    <a:pt x="3133" y="5073"/>
                    <a:pt x="3096" y="5112"/>
                    <a:pt x="3074" y="5112"/>
                  </a:cubicBezTo>
                  <a:lnTo>
                    <a:pt x="2500" y="5112"/>
                  </a:lnTo>
                  <a:cubicBezTo>
                    <a:pt x="2476" y="5112"/>
                    <a:pt x="2439" y="5073"/>
                    <a:pt x="2433" y="5008"/>
                  </a:cubicBezTo>
                  <a:lnTo>
                    <a:pt x="2398" y="4708"/>
                  </a:lnTo>
                  <a:cubicBezTo>
                    <a:pt x="2387" y="4619"/>
                    <a:pt x="2324" y="4542"/>
                    <a:pt x="2235" y="4514"/>
                  </a:cubicBezTo>
                  <a:cubicBezTo>
                    <a:pt x="2139" y="4484"/>
                    <a:pt x="2046" y="4445"/>
                    <a:pt x="1956" y="4399"/>
                  </a:cubicBezTo>
                  <a:cubicBezTo>
                    <a:pt x="1920" y="4381"/>
                    <a:pt x="1887" y="4373"/>
                    <a:pt x="1850" y="4373"/>
                  </a:cubicBezTo>
                  <a:cubicBezTo>
                    <a:pt x="1798" y="4373"/>
                    <a:pt x="1748" y="4390"/>
                    <a:pt x="1706" y="4425"/>
                  </a:cubicBezTo>
                  <a:lnTo>
                    <a:pt x="1471" y="4610"/>
                  </a:lnTo>
                  <a:cubicBezTo>
                    <a:pt x="1438" y="4634"/>
                    <a:pt x="1405" y="4644"/>
                    <a:pt x="1381" y="4644"/>
                  </a:cubicBezTo>
                  <a:cubicBezTo>
                    <a:pt x="1366" y="4644"/>
                    <a:pt x="1354" y="4641"/>
                    <a:pt x="1347" y="4634"/>
                  </a:cubicBezTo>
                  <a:lnTo>
                    <a:pt x="939" y="4227"/>
                  </a:lnTo>
                  <a:cubicBezTo>
                    <a:pt x="924" y="4212"/>
                    <a:pt x="926" y="4157"/>
                    <a:pt x="965" y="4105"/>
                  </a:cubicBezTo>
                  <a:lnTo>
                    <a:pt x="1152" y="3870"/>
                  </a:lnTo>
                  <a:cubicBezTo>
                    <a:pt x="1211" y="3797"/>
                    <a:pt x="1217" y="3697"/>
                    <a:pt x="1176" y="3616"/>
                  </a:cubicBezTo>
                  <a:cubicBezTo>
                    <a:pt x="1130" y="3527"/>
                    <a:pt x="1091" y="3435"/>
                    <a:pt x="1060" y="3338"/>
                  </a:cubicBezTo>
                  <a:cubicBezTo>
                    <a:pt x="1032" y="3251"/>
                    <a:pt x="958" y="3188"/>
                    <a:pt x="865" y="3177"/>
                  </a:cubicBezTo>
                  <a:lnTo>
                    <a:pt x="567" y="3142"/>
                  </a:lnTo>
                  <a:cubicBezTo>
                    <a:pt x="502" y="3135"/>
                    <a:pt x="463" y="3098"/>
                    <a:pt x="463" y="3075"/>
                  </a:cubicBezTo>
                  <a:lnTo>
                    <a:pt x="463" y="2502"/>
                  </a:lnTo>
                  <a:cubicBezTo>
                    <a:pt x="463" y="2477"/>
                    <a:pt x="502" y="2440"/>
                    <a:pt x="567" y="2435"/>
                  </a:cubicBezTo>
                  <a:lnTo>
                    <a:pt x="865" y="2400"/>
                  </a:lnTo>
                  <a:cubicBezTo>
                    <a:pt x="956" y="2389"/>
                    <a:pt x="1032" y="2326"/>
                    <a:pt x="1060" y="2237"/>
                  </a:cubicBezTo>
                  <a:cubicBezTo>
                    <a:pt x="1091" y="2142"/>
                    <a:pt x="1130" y="2048"/>
                    <a:pt x="1176" y="1959"/>
                  </a:cubicBezTo>
                  <a:cubicBezTo>
                    <a:pt x="1217" y="1879"/>
                    <a:pt x="1211" y="1780"/>
                    <a:pt x="1152" y="1707"/>
                  </a:cubicBezTo>
                  <a:lnTo>
                    <a:pt x="965" y="1472"/>
                  </a:lnTo>
                  <a:cubicBezTo>
                    <a:pt x="926" y="1420"/>
                    <a:pt x="924" y="1367"/>
                    <a:pt x="939" y="1348"/>
                  </a:cubicBezTo>
                  <a:lnTo>
                    <a:pt x="1347" y="941"/>
                  </a:lnTo>
                  <a:cubicBezTo>
                    <a:pt x="1353" y="935"/>
                    <a:pt x="1364" y="932"/>
                    <a:pt x="1378" y="932"/>
                  </a:cubicBezTo>
                  <a:cubicBezTo>
                    <a:pt x="1403" y="932"/>
                    <a:pt x="1438" y="942"/>
                    <a:pt x="1471" y="967"/>
                  </a:cubicBezTo>
                  <a:lnTo>
                    <a:pt x="1706" y="1154"/>
                  </a:lnTo>
                  <a:cubicBezTo>
                    <a:pt x="1747" y="1188"/>
                    <a:pt x="1798" y="1204"/>
                    <a:pt x="1848" y="1204"/>
                  </a:cubicBezTo>
                  <a:cubicBezTo>
                    <a:pt x="1886" y="1204"/>
                    <a:pt x="1924" y="1195"/>
                    <a:pt x="1957" y="1178"/>
                  </a:cubicBezTo>
                  <a:cubicBezTo>
                    <a:pt x="2048" y="1132"/>
                    <a:pt x="2141" y="1093"/>
                    <a:pt x="2235" y="1061"/>
                  </a:cubicBezTo>
                  <a:cubicBezTo>
                    <a:pt x="2324" y="1033"/>
                    <a:pt x="2387" y="959"/>
                    <a:pt x="2398" y="867"/>
                  </a:cubicBezTo>
                  <a:lnTo>
                    <a:pt x="2433" y="569"/>
                  </a:lnTo>
                  <a:cubicBezTo>
                    <a:pt x="2439" y="504"/>
                    <a:pt x="2476" y="465"/>
                    <a:pt x="2500" y="465"/>
                  </a:cubicBezTo>
                  <a:close/>
                  <a:moveTo>
                    <a:pt x="2500" y="0"/>
                  </a:moveTo>
                  <a:cubicBezTo>
                    <a:pt x="2233" y="0"/>
                    <a:pt x="2007" y="219"/>
                    <a:pt x="1972" y="513"/>
                  </a:cubicBezTo>
                  <a:lnTo>
                    <a:pt x="1954" y="669"/>
                  </a:lnTo>
                  <a:cubicBezTo>
                    <a:pt x="1928" y="678"/>
                    <a:pt x="1902" y="689"/>
                    <a:pt x="1880" y="698"/>
                  </a:cubicBezTo>
                  <a:lnTo>
                    <a:pt x="1758" y="602"/>
                  </a:lnTo>
                  <a:cubicBezTo>
                    <a:pt x="1644" y="512"/>
                    <a:pt x="1510" y="467"/>
                    <a:pt x="1380" y="467"/>
                  </a:cubicBezTo>
                  <a:cubicBezTo>
                    <a:pt x="1246" y="467"/>
                    <a:pt x="1116" y="516"/>
                    <a:pt x="1021" y="613"/>
                  </a:cubicBezTo>
                  <a:lnTo>
                    <a:pt x="613" y="1020"/>
                  </a:lnTo>
                  <a:cubicBezTo>
                    <a:pt x="426" y="1207"/>
                    <a:pt x="421" y="1524"/>
                    <a:pt x="602" y="1755"/>
                  </a:cubicBezTo>
                  <a:lnTo>
                    <a:pt x="699" y="1879"/>
                  </a:lnTo>
                  <a:cubicBezTo>
                    <a:pt x="687" y="1904"/>
                    <a:pt x="678" y="1929"/>
                    <a:pt x="669" y="1955"/>
                  </a:cubicBezTo>
                  <a:lnTo>
                    <a:pt x="513" y="1974"/>
                  </a:lnTo>
                  <a:cubicBezTo>
                    <a:pt x="223" y="2009"/>
                    <a:pt x="1" y="2235"/>
                    <a:pt x="1" y="2502"/>
                  </a:cubicBezTo>
                  <a:lnTo>
                    <a:pt x="1" y="3075"/>
                  </a:lnTo>
                  <a:cubicBezTo>
                    <a:pt x="1" y="3342"/>
                    <a:pt x="221" y="3568"/>
                    <a:pt x="513" y="3603"/>
                  </a:cubicBezTo>
                  <a:lnTo>
                    <a:pt x="669" y="3622"/>
                  </a:lnTo>
                  <a:cubicBezTo>
                    <a:pt x="678" y="3646"/>
                    <a:pt x="689" y="3672"/>
                    <a:pt x="699" y="3697"/>
                  </a:cubicBezTo>
                  <a:lnTo>
                    <a:pt x="602" y="3820"/>
                  </a:lnTo>
                  <a:cubicBezTo>
                    <a:pt x="419" y="4051"/>
                    <a:pt x="425" y="4368"/>
                    <a:pt x="613" y="4556"/>
                  </a:cubicBezTo>
                  <a:lnTo>
                    <a:pt x="1021" y="4964"/>
                  </a:lnTo>
                  <a:cubicBezTo>
                    <a:pt x="1116" y="5059"/>
                    <a:pt x="1246" y="5107"/>
                    <a:pt x="1380" y="5107"/>
                  </a:cubicBezTo>
                  <a:cubicBezTo>
                    <a:pt x="1510" y="5107"/>
                    <a:pt x="1644" y="5063"/>
                    <a:pt x="1758" y="4975"/>
                  </a:cubicBezTo>
                  <a:lnTo>
                    <a:pt x="1880" y="4877"/>
                  </a:lnTo>
                  <a:cubicBezTo>
                    <a:pt x="1906" y="4890"/>
                    <a:pt x="1930" y="4899"/>
                    <a:pt x="1956" y="4908"/>
                  </a:cubicBezTo>
                  <a:lnTo>
                    <a:pt x="1974" y="5062"/>
                  </a:lnTo>
                  <a:cubicBezTo>
                    <a:pt x="2009" y="5354"/>
                    <a:pt x="2235" y="5577"/>
                    <a:pt x="2502" y="5577"/>
                  </a:cubicBezTo>
                  <a:lnTo>
                    <a:pt x="3076" y="5577"/>
                  </a:lnTo>
                  <a:cubicBezTo>
                    <a:pt x="3342" y="5577"/>
                    <a:pt x="3568" y="5356"/>
                    <a:pt x="3603" y="5062"/>
                  </a:cubicBezTo>
                  <a:lnTo>
                    <a:pt x="3622" y="4908"/>
                  </a:lnTo>
                  <a:cubicBezTo>
                    <a:pt x="3648" y="4899"/>
                    <a:pt x="3674" y="4886"/>
                    <a:pt x="3700" y="4875"/>
                  </a:cubicBezTo>
                  <a:lnTo>
                    <a:pt x="3822" y="4973"/>
                  </a:lnTo>
                  <a:cubicBezTo>
                    <a:pt x="3935" y="5062"/>
                    <a:pt x="4068" y="5106"/>
                    <a:pt x="4197" y="5106"/>
                  </a:cubicBezTo>
                  <a:cubicBezTo>
                    <a:pt x="4332" y="5106"/>
                    <a:pt x="4461" y="5058"/>
                    <a:pt x="4557" y="4960"/>
                  </a:cubicBezTo>
                  <a:lnTo>
                    <a:pt x="4964" y="4553"/>
                  </a:lnTo>
                  <a:cubicBezTo>
                    <a:pt x="5153" y="4366"/>
                    <a:pt x="5157" y="4049"/>
                    <a:pt x="4977" y="3818"/>
                  </a:cubicBezTo>
                  <a:lnTo>
                    <a:pt x="4879" y="3696"/>
                  </a:lnTo>
                  <a:cubicBezTo>
                    <a:pt x="4890" y="3670"/>
                    <a:pt x="4899" y="3644"/>
                    <a:pt x="4908" y="3618"/>
                  </a:cubicBezTo>
                  <a:lnTo>
                    <a:pt x="5064" y="3599"/>
                  </a:lnTo>
                  <a:cubicBezTo>
                    <a:pt x="5356" y="3566"/>
                    <a:pt x="5579" y="3338"/>
                    <a:pt x="5579" y="3072"/>
                  </a:cubicBezTo>
                  <a:lnTo>
                    <a:pt x="5579" y="2498"/>
                  </a:lnTo>
                  <a:cubicBezTo>
                    <a:pt x="5573" y="2235"/>
                    <a:pt x="5353" y="2005"/>
                    <a:pt x="5062" y="1974"/>
                  </a:cubicBezTo>
                  <a:lnTo>
                    <a:pt x="4907" y="1955"/>
                  </a:lnTo>
                  <a:cubicBezTo>
                    <a:pt x="4897" y="1929"/>
                    <a:pt x="4886" y="1904"/>
                    <a:pt x="4877" y="1879"/>
                  </a:cubicBezTo>
                  <a:lnTo>
                    <a:pt x="4973" y="1755"/>
                  </a:lnTo>
                  <a:cubicBezTo>
                    <a:pt x="5157" y="1524"/>
                    <a:pt x="5151" y="1207"/>
                    <a:pt x="4962" y="1020"/>
                  </a:cubicBezTo>
                  <a:lnTo>
                    <a:pt x="4555" y="613"/>
                  </a:lnTo>
                  <a:cubicBezTo>
                    <a:pt x="4459" y="518"/>
                    <a:pt x="4329" y="469"/>
                    <a:pt x="4194" y="469"/>
                  </a:cubicBezTo>
                  <a:cubicBezTo>
                    <a:pt x="4065" y="469"/>
                    <a:pt x="3931" y="513"/>
                    <a:pt x="3818" y="602"/>
                  </a:cubicBezTo>
                  <a:lnTo>
                    <a:pt x="3696" y="698"/>
                  </a:lnTo>
                  <a:cubicBezTo>
                    <a:pt x="3670" y="687"/>
                    <a:pt x="3646" y="678"/>
                    <a:pt x="3620" y="669"/>
                  </a:cubicBezTo>
                  <a:lnTo>
                    <a:pt x="3601" y="513"/>
                  </a:lnTo>
                  <a:cubicBezTo>
                    <a:pt x="3566" y="223"/>
                    <a:pt x="3340" y="0"/>
                    <a:pt x="3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61;p70">
              <a:extLst>
                <a:ext uri="{FF2B5EF4-FFF2-40B4-BE49-F238E27FC236}">
                  <a16:creationId xmlns:a16="http://schemas.microsoft.com/office/drawing/2014/main" id="{CFEDA4AD-F197-2B16-5F24-1DEDADDFA7C9}"/>
                </a:ext>
              </a:extLst>
            </p:cNvPr>
            <p:cNvSpPr/>
            <p:nvPr/>
          </p:nvSpPr>
          <p:spPr>
            <a:xfrm>
              <a:off x="2347513" y="2046675"/>
              <a:ext cx="58575" cy="58575"/>
            </a:xfrm>
            <a:custGeom>
              <a:avLst/>
              <a:gdLst/>
              <a:ahLst/>
              <a:cxnLst/>
              <a:rect l="l" t="t" r="r" b="b"/>
              <a:pathLst>
                <a:path w="2343" h="2343" extrusionOk="0">
                  <a:moveTo>
                    <a:pt x="1172" y="463"/>
                  </a:moveTo>
                  <a:cubicBezTo>
                    <a:pt x="1563" y="463"/>
                    <a:pt x="1879" y="780"/>
                    <a:pt x="1879" y="1170"/>
                  </a:cubicBezTo>
                  <a:cubicBezTo>
                    <a:pt x="1877" y="1563"/>
                    <a:pt x="1561" y="1879"/>
                    <a:pt x="1172" y="1879"/>
                  </a:cubicBezTo>
                  <a:cubicBezTo>
                    <a:pt x="780" y="1879"/>
                    <a:pt x="463" y="1563"/>
                    <a:pt x="463" y="1170"/>
                  </a:cubicBezTo>
                  <a:cubicBezTo>
                    <a:pt x="463" y="780"/>
                    <a:pt x="780" y="463"/>
                    <a:pt x="1172" y="463"/>
                  </a:cubicBezTo>
                  <a:close/>
                  <a:moveTo>
                    <a:pt x="1172" y="0"/>
                  </a:moveTo>
                  <a:cubicBezTo>
                    <a:pt x="526" y="0"/>
                    <a:pt x="0" y="526"/>
                    <a:pt x="0" y="1170"/>
                  </a:cubicBezTo>
                  <a:cubicBezTo>
                    <a:pt x="0" y="1816"/>
                    <a:pt x="526" y="2342"/>
                    <a:pt x="1172" y="2342"/>
                  </a:cubicBezTo>
                  <a:cubicBezTo>
                    <a:pt x="1816" y="2342"/>
                    <a:pt x="2342" y="1816"/>
                    <a:pt x="2342" y="1170"/>
                  </a:cubicBezTo>
                  <a:cubicBezTo>
                    <a:pt x="2342" y="526"/>
                    <a:pt x="1815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62;p70">
              <a:extLst>
                <a:ext uri="{FF2B5EF4-FFF2-40B4-BE49-F238E27FC236}">
                  <a16:creationId xmlns:a16="http://schemas.microsoft.com/office/drawing/2014/main" id="{41A515CD-DA3E-E3FE-C743-A4D29F7B8E88}"/>
                </a:ext>
              </a:extLst>
            </p:cNvPr>
            <p:cNvSpPr/>
            <p:nvPr/>
          </p:nvSpPr>
          <p:spPr>
            <a:xfrm>
              <a:off x="2298488" y="2214200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1" y="105"/>
                    <a:pt x="1" y="232"/>
                  </a:cubicBezTo>
                  <a:cubicBezTo>
                    <a:pt x="1" y="360"/>
                    <a:pt x="104" y="464"/>
                    <a:pt x="232" y="464"/>
                  </a:cubicBezTo>
                  <a:cubicBezTo>
                    <a:pt x="360" y="464"/>
                    <a:pt x="464" y="360"/>
                    <a:pt x="464" y="232"/>
                  </a:cubicBezTo>
                  <a:cubicBezTo>
                    <a:pt x="464" y="105"/>
                    <a:pt x="3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12920849-A0D2-54A5-16CB-93336B49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68">
            <a:extLst>
              <a:ext uri="{FF2B5EF4-FFF2-40B4-BE49-F238E27FC236}">
                <a16:creationId xmlns:a16="http://schemas.microsoft.com/office/drawing/2014/main" id="{46F0909B-F8CC-D5C8-5380-B686DA6579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 &amp; Resources Used</a:t>
            </a:r>
            <a:endParaRPr sz="3200" dirty="0"/>
          </a:p>
        </p:txBody>
      </p:sp>
      <p:sp>
        <p:nvSpPr>
          <p:cNvPr id="1239" name="Google Shape;1239;p68">
            <a:extLst>
              <a:ext uri="{FF2B5EF4-FFF2-40B4-BE49-F238E27FC236}">
                <a16:creationId xmlns:a16="http://schemas.microsoft.com/office/drawing/2014/main" id="{DE32CEA7-33D6-E1FD-1D90-99A16E6DF3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856579" y="2488584"/>
            <a:ext cx="2911456" cy="1690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VisualStudio</a:t>
            </a:r>
            <a:r>
              <a:rPr lang="en-US" dirty="0"/>
              <a:t> Code</a:t>
            </a:r>
          </a:p>
          <a:p>
            <a:r>
              <a:rPr lang="en-US" dirty="0"/>
              <a:t>React.js</a:t>
            </a:r>
          </a:p>
          <a:p>
            <a:r>
              <a:rPr lang="en-US" dirty="0" err="1"/>
              <a:t>Javascript</a:t>
            </a:r>
            <a:endParaRPr lang="en-US" dirty="0"/>
          </a:p>
          <a:p>
            <a:r>
              <a:rPr lang="en-US" dirty="0"/>
              <a:t>Firebase</a:t>
            </a:r>
          </a:p>
          <a:p>
            <a:r>
              <a:rPr lang="en-US" dirty="0" err="1"/>
              <a:t>WebCrypto</a:t>
            </a:r>
            <a:r>
              <a:rPr lang="en-US" dirty="0"/>
              <a:t> API</a:t>
            </a:r>
          </a:p>
          <a:p>
            <a:r>
              <a:rPr lang="en-US" dirty="0"/>
              <a:t>GitHub</a:t>
            </a:r>
          </a:p>
        </p:txBody>
      </p:sp>
      <p:sp>
        <p:nvSpPr>
          <p:cNvPr id="1240" name="Google Shape;1240;p68">
            <a:extLst>
              <a:ext uri="{FF2B5EF4-FFF2-40B4-BE49-F238E27FC236}">
                <a16:creationId xmlns:a16="http://schemas.microsoft.com/office/drawing/2014/main" id="{C3042A05-DF5E-EE6C-B801-706E2C79BE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52281" y="1423981"/>
            <a:ext cx="3426217" cy="121395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i="1" dirty="0">
                <a:solidFill>
                  <a:schemeClr val="accent3"/>
                </a:solidFill>
              </a:rPr>
              <a:t>Technology</a:t>
            </a:r>
            <a:br>
              <a:rPr lang="en" sz="2800" i="1" dirty="0">
                <a:solidFill>
                  <a:schemeClr val="accent3"/>
                </a:solidFill>
              </a:rPr>
            </a:br>
            <a:r>
              <a:rPr lang="en" sz="2800" i="1" dirty="0">
                <a:solidFill>
                  <a:schemeClr val="accent3"/>
                </a:solidFill>
              </a:rPr>
              <a:t>Stack</a:t>
            </a:r>
            <a:endParaRPr sz="2800" i="1" dirty="0">
              <a:solidFill>
                <a:schemeClr val="accent3"/>
              </a:solidFill>
            </a:endParaRPr>
          </a:p>
        </p:txBody>
      </p:sp>
      <p:sp>
        <p:nvSpPr>
          <p:cNvPr id="1243" name="Google Shape;1243;p68">
            <a:extLst>
              <a:ext uri="{FF2B5EF4-FFF2-40B4-BE49-F238E27FC236}">
                <a16:creationId xmlns:a16="http://schemas.microsoft.com/office/drawing/2014/main" id="{62E6CCCF-39E1-8E5B-E5F1-28D741FF79E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45388" y="2464561"/>
            <a:ext cx="24558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r">
              <a:buNone/>
            </a:pPr>
            <a:r>
              <a:rPr lang="en-US" dirty="0"/>
              <a:t>Iterative sprints with continuous stakeholder feedback. Enables rapid adaptation to evolving security threats and usability needs.</a:t>
            </a:r>
          </a:p>
        </p:txBody>
      </p:sp>
      <p:sp>
        <p:nvSpPr>
          <p:cNvPr id="1244" name="Google Shape;1244;p68">
            <a:extLst>
              <a:ext uri="{FF2B5EF4-FFF2-40B4-BE49-F238E27FC236}">
                <a16:creationId xmlns:a16="http://schemas.microsoft.com/office/drawing/2014/main" id="{2C9F2D71-CAC3-D0A5-6825-4FC0BEBF53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915" y="1429667"/>
            <a:ext cx="3060315" cy="107446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i="1" dirty="0">
                <a:solidFill>
                  <a:schemeClr val="accent3"/>
                </a:solidFill>
              </a:rPr>
              <a:t>Agile Approach</a:t>
            </a:r>
            <a:endParaRPr sz="2800" i="1" dirty="0">
              <a:solidFill>
                <a:schemeClr val="accent3"/>
              </a:solidFill>
            </a:endParaRPr>
          </a:p>
        </p:txBody>
      </p:sp>
      <p:grpSp>
        <p:nvGrpSpPr>
          <p:cNvPr id="2" name="Google Shape;1727;p77">
            <a:extLst>
              <a:ext uri="{FF2B5EF4-FFF2-40B4-BE49-F238E27FC236}">
                <a16:creationId xmlns:a16="http://schemas.microsoft.com/office/drawing/2014/main" id="{CC160D04-3A88-7787-1D29-978253A7F8EE}"/>
              </a:ext>
            </a:extLst>
          </p:cNvPr>
          <p:cNvGrpSpPr/>
          <p:nvPr/>
        </p:nvGrpSpPr>
        <p:grpSpPr>
          <a:xfrm>
            <a:off x="3154230" y="1092026"/>
            <a:ext cx="2834640" cy="2845397"/>
            <a:chOff x="4820425" y="1329900"/>
            <a:chExt cx="70175" cy="70350"/>
          </a:xfrm>
        </p:grpSpPr>
        <p:sp>
          <p:nvSpPr>
            <p:cNvPr id="3" name="Google Shape;1728;p77">
              <a:extLst>
                <a:ext uri="{FF2B5EF4-FFF2-40B4-BE49-F238E27FC236}">
                  <a16:creationId xmlns:a16="http://schemas.microsoft.com/office/drawing/2014/main" id="{2072174C-DF9C-CE37-1A59-ADCF7D30D51F}"/>
                </a:ext>
              </a:extLst>
            </p:cNvPr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29;p77">
              <a:extLst>
                <a:ext uri="{FF2B5EF4-FFF2-40B4-BE49-F238E27FC236}">
                  <a16:creationId xmlns:a16="http://schemas.microsoft.com/office/drawing/2014/main" id="{03376FA4-A597-A55C-B49E-03D3A3322425}"/>
                </a:ext>
              </a:extLst>
            </p:cNvPr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30;p77">
              <a:extLst>
                <a:ext uri="{FF2B5EF4-FFF2-40B4-BE49-F238E27FC236}">
                  <a16:creationId xmlns:a16="http://schemas.microsoft.com/office/drawing/2014/main" id="{74D52A19-17A9-AD42-2F6E-227B386C2F5B}"/>
                </a:ext>
              </a:extLst>
            </p:cNvPr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31;p77">
              <a:extLst>
                <a:ext uri="{FF2B5EF4-FFF2-40B4-BE49-F238E27FC236}">
                  <a16:creationId xmlns:a16="http://schemas.microsoft.com/office/drawing/2014/main" id="{E0B5C49D-901C-B94C-9DF7-3FCCD5EACEC7}"/>
                </a:ext>
              </a:extLst>
            </p:cNvPr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342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2"/>
          <p:cNvSpPr txBox="1">
            <a:spLocks noGrp="1"/>
          </p:cNvSpPr>
          <p:nvPr>
            <p:ph type="title"/>
          </p:nvPr>
        </p:nvSpPr>
        <p:spPr>
          <a:xfrm>
            <a:off x="4810475" y="1901850"/>
            <a:ext cx="35985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DEMO</a:t>
            </a:r>
            <a:endParaRPr dirty="0"/>
          </a:p>
        </p:txBody>
      </p:sp>
      <p:sp>
        <p:nvSpPr>
          <p:cNvPr id="726" name="Google Shape;726;p52"/>
          <p:cNvSpPr txBox="1">
            <a:spLocks noGrp="1"/>
          </p:cNvSpPr>
          <p:nvPr>
            <p:ph type="subTitle" idx="1"/>
          </p:nvPr>
        </p:nvSpPr>
        <p:spPr>
          <a:xfrm>
            <a:off x="4755826" y="2548968"/>
            <a:ext cx="3598500" cy="605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Explore the application interface and test the secure note-sharing workflow:</a:t>
            </a:r>
          </a:p>
        </p:txBody>
      </p:sp>
      <p:sp>
        <p:nvSpPr>
          <p:cNvPr id="727" name="Google Shape;727;p52"/>
          <p:cNvSpPr/>
          <p:nvPr/>
        </p:nvSpPr>
        <p:spPr>
          <a:xfrm>
            <a:off x="2121878" y="3613832"/>
            <a:ext cx="1056678" cy="392523"/>
          </a:xfrm>
          <a:custGeom>
            <a:avLst/>
            <a:gdLst/>
            <a:ahLst/>
            <a:cxnLst/>
            <a:rect l="l" t="t" r="r" b="b"/>
            <a:pathLst>
              <a:path w="41532" h="16941" extrusionOk="0">
                <a:moveTo>
                  <a:pt x="41274" y="15204"/>
                </a:moveTo>
                <a:cubicBezTo>
                  <a:pt x="41274" y="15204"/>
                  <a:pt x="39506" y="13372"/>
                  <a:pt x="37288" y="11379"/>
                </a:cubicBezTo>
                <a:cubicBezTo>
                  <a:pt x="35038" y="9386"/>
                  <a:pt x="35359" y="7940"/>
                  <a:pt x="35359" y="7940"/>
                </a:cubicBezTo>
                <a:lnTo>
                  <a:pt x="34781" y="0"/>
                </a:lnTo>
                <a:lnTo>
                  <a:pt x="6751" y="0"/>
                </a:lnTo>
                <a:lnTo>
                  <a:pt x="6140" y="7940"/>
                </a:lnTo>
                <a:cubicBezTo>
                  <a:pt x="6140" y="7940"/>
                  <a:pt x="6461" y="9386"/>
                  <a:pt x="4243" y="11379"/>
                </a:cubicBezTo>
                <a:cubicBezTo>
                  <a:pt x="1993" y="13372"/>
                  <a:pt x="258" y="15204"/>
                  <a:pt x="258" y="15204"/>
                </a:cubicBezTo>
                <a:cubicBezTo>
                  <a:pt x="65" y="15526"/>
                  <a:pt x="0" y="15912"/>
                  <a:pt x="0" y="16265"/>
                </a:cubicBezTo>
                <a:cubicBezTo>
                  <a:pt x="0" y="16908"/>
                  <a:pt x="354" y="16940"/>
                  <a:pt x="1897" y="16940"/>
                </a:cubicBezTo>
                <a:lnTo>
                  <a:pt x="39602" y="16940"/>
                </a:lnTo>
                <a:cubicBezTo>
                  <a:pt x="41145" y="16940"/>
                  <a:pt x="41531" y="16908"/>
                  <a:pt x="41531" y="16265"/>
                </a:cubicBezTo>
                <a:cubicBezTo>
                  <a:pt x="41531" y="15912"/>
                  <a:pt x="41435" y="15526"/>
                  <a:pt x="41274" y="15204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52"/>
          <p:cNvSpPr/>
          <p:nvPr/>
        </p:nvSpPr>
        <p:spPr>
          <a:xfrm>
            <a:off x="912349" y="1328064"/>
            <a:ext cx="3475827" cy="2285856"/>
          </a:xfrm>
          <a:custGeom>
            <a:avLst/>
            <a:gdLst/>
            <a:ahLst/>
            <a:cxnLst/>
            <a:rect l="l" t="t" r="r" b="b"/>
            <a:pathLst>
              <a:path w="136615" h="89844" extrusionOk="0">
                <a:moveTo>
                  <a:pt x="6912" y="0"/>
                </a:moveTo>
                <a:cubicBezTo>
                  <a:pt x="3087" y="0"/>
                  <a:pt x="1" y="3086"/>
                  <a:pt x="1" y="6911"/>
                </a:cubicBezTo>
                <a:lnTo>
                  <a:pt x="1" y="82933"/>
                </a:lnTo>
                <a:cubicBezTo>
                  <a:pt x="1" y="86758"/>
                  <a:pt x="3087" y="89844"/>
                  <a:pt x="6912" y="89844"/>
                </a:cubicBezTo>
                <a:lnTo>
                  <a:pt x="129704" y="89844"/>
                </a:lnTo>
                <a:cubicBezTo>
                  <a:pt x="133529" y="89844"/>
                  <a:pt x="136615" y="86758"/>
                  <a:pt x="136615" y="82933"/>
                </a:cubicBezTo>
                <a:lnTo>
                  <a:pt x="136615" y="6911"/>
                </a:lnTo>
                <a:cubicBezTo>
                  <a:pt x="136615" y="3086"/>
                  <a:pt x="133529" y="0"/>
                  <a:pt x="129704" y="0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52"/>
          <p:cNvSpPr/>
          <p:nvPr/>
        </p:nvSpPr>
        <p:spPr>
          <a:xfrm>
            <a:off x="2591295" y="3398961"/>
            <a:ext cx="116959" cy="116959"/>
          </a:xfrm>
          <a:custGeom>
            <a:avLst/>
            <a:gdLst/>
            <a:ahLst/>
            <a:cxnLst/>
            <a:rect l="l" t="t" r="r" b="b"/>
            <a:pathLst>
              <a:path w="4597" h="4597" extrusionOk="0">
                <a:moveTo>
                  <a:pt x="2315" y="0"/>
                </a:moveTo>
                <a:cubicBezTo>
                  <a:pt x="1029" y="0"/>
                  <a:pt x="0" y="1029"/>
                  <a:pt x="0" y="2315"/>
                </a:cubicBezTo>
                <a:cubicBezTo>
                  <a:pt x="0" y="3568"/>
                  <a:pt x="1029" y="4597"/>
                  <a:pt x="2315" y="4597"/>
                </a:cubicBezTo>
                <a:cubicBezTo>
                  <a:pt x="3568" y="4597"/>
                  <a:pt x="4597" y="3568"/>
                  <a:pt x="4597" y="2315"/>
                </a:cubicBezTo>
                <a:cubicBezTo>
                  <a:pt x="4597" y="1029"/>
                  <a:pt x="3568" y="0"/>
                  <a:pt x="2315" y="0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0" name="Google Shape;730;p52">
            <a:hlinkClick r:id="rId3"/>
          </p:cNvPr>
          <p:cNvPicPr preferRelativeResize="0"/>
          <p:nvPr/>
        </p:nvPicPr>
        <p:blipFill>
          <a:blip r:embed="rId4"/>
          <a:stretch/>
        </p:blipFill>
        <p:spPr>
          <a:xfrm>
            <a:off x="1088059" y="1483982"/>
            <a:ext cx="3123429" cy="1698194"/>
          </a:xfrm>
          <a:prstGeom prst="roundRect">
            <a:avLst>
              <a:gd name="adj" fmla="val 345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31" name="Google Shape;731;p52"/>
          <p:cNvGrpSpPr/>
          <p:nvPr/>
        </p:nvGrpSpPr>
        <p:grpSpPr>
          <a:xfrm>
            <a:off x="2297207" y="2137960"/>
            <a:ext cx="822093" cy="530978"/>
            <a:chOff x="-2984316" y="3181318"/>
            <a:chExt cx="291450" cy="188250"/>
          </a:xfrm>
        </p:grpSpPr>
        <p:sp>
          <p:nvSpPr>
            <p:cNvPr id="732" name="Google Shape;732;p52"/>
            <p:cNvSpPr/>
            <p:nvPr/>
          </p:nvSpPr>
          <p:spPr>
            <a:xfrm>
              <a:off x="-2863791" y="3239593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33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2"/>
            <p:cNvSpPr/>
            <p:nvPr/>
          </p:nvSpPr>
          <p:spPr>
            <a:xfrm>
              <a:off x="-2984316" y="3181318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rgbClr val="FFFFFF">
                <a:alpha val="33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34" name="Google Shape;734;p52"/>
          <p:cNvCxnSpPr/>
          <p:nvPr/>
        </p:nvCxnSpPr>
        <p:spPr>
          <a:xfrm>
            <a:off x="915850" y="3338575"/>
            <a:ext cx="347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62"/>
          <p:cNvPicPr preferRelativeResize="0"/>
          <p:nvPr/>
        </p:nvPicPr>
        <p:blipFill rotWithShape="1">
          <a:blip r:embed="rId3">
            <a:alphaModFix amt="68000"/>
          </a:blip>
          <a:srcRect t="2606" b="2606"/>
          <a:stretch/>
        </p:blipFill>
        <p:spPr>
          <a:xfrm rot="-6573029">
            <a:off x="5154174" y="3358812"/>
            <a:ext cx="3145024" cy="3112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62"/>
          <p:cNvPicPr preferRelativeResize="0"/>
          <p:nvPr/>
        </p:nvPicPr>
        <p:blipFill rotWithShape="1">
          <a:blip r:embed="rId3">
            <a:alphaModFix amt="55000"/>
          </a:blip>
          <a:srcRect t="2606" b="2606"/>
          <a:stretch/>
        </p:blipFill>
        <p:spPr>
          <a:xfrm rot="-6573029">
            <a:off x="848149" y="-1684938"/>
            <a:ext cx="3145024" cy="3112177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62"/>
          <p:cNvSpPr txBox="1">
            <a:spLocks noGrp="1"/>
          </p:cNvSpPr>
          <p:nvPr>
            <p:ph type="title"/>
          </p:nvPr>
        </p:nvSpPr>
        <p:spPr>
          <a:xfrm>
            <a:off x="3056388" y="660221"/>
            <a:ext cx="5595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/>
              <a:t>Conclusion</a:t>
            </a:r>
            <a:endParaRPr sz="2800" b="1" dirty="0"/>
          </a:p>
        </p:txBody>
      </p:sp>
      <p:sp>
        <p:nvSpPr>
          <p:cNvPr id="995" name="Google Shape;995;p62"/>
          <p:cNvSpPr txBox="1">
            <a:spLocks noGrp="1"/>
          </p:cNvSpPr>
          <p:nvPr>
            <p:ph type="subTitle" idx="1"/>
          </p:nvPr>
        </p:nvSpPr>
        <p:spPr>
          <a:xfrm>
            <a:off x="4770841" y="1120598"/>
            <a:ext cx="4155260" cy="12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Summary of the Secure Notes Sharing System’s impact on the usage:</a:t>
            </a:r>
            <a:endParaRPr sz="1800" dirty="0"/>
          </a:p>
        </p:txBody>
      </p:sp>
      <p:sp>
        <p:nvSpPr>
          <p:cNvPr id="996" name="Google Shape;996;p62"/>
          <p:cNvSpPr/>
          <p:nvPr/>
        </p:nvSpPr>
        <p:spPr>
          <a:xfrm>
            <a:off x="4665709" y="1390804"/>
            <a:ext cx="3586200" cy="17400"/>
          </a:xfrm>
          <a:prstGeom prst="rect">
            <a:avLst/>
          </a:prstGeom>
          <a:gradFill>
            <a:gsLst>
              <a:gs pos="0">
                <a:schemeClr val="accent2"/>
              </a:gs>
              <a:gs pos="40000">
                <a:schemeClr val="accent1"/>
              </a:gs>
              <a:gs pos="70000">
                <a:srgbClr val="7BA29E"/>
              </a:gs>
              <a:gs pos="100000">
                <a:schemeClr val="dk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8955;p81">
            <a:extLst>
              <a:ext uri="{FF2B5EF4-FFF2-40B4-BE49-F238E27FC236}">
                <a16:creationId xmlns:a16="http://schemas.microsoft.com/office/drawing/2014/main" id="{59F23109-EC1C-4254-F34D-717257F1E688}"/>
              </a:ext>
            </a:extLst>
          </p:cNvPr>
          <p:cNvGrpSpPr/>
          <p:nvPr/>
        </p:nvGrpSpPr>
        <p:grpSpPr>
          <a:xfrm rot="2408174">
            <a:off x="-1644541" y="82138"/>
            <a:ext cx="6654789" cy="4642984"/>
            <a:chOff x="732422" y="2990152"/>
            <a:chExt cx="1337773" cy="572102"/>
          </a:xfrm>
        </p:grpSpPr>
        <p:sp>
          <p:nvSpPr>
            <p:cNvPr id="3" name="Google Shape;8956;p81">
              <a:extLst>
                <a:ext uri="{FF2B5EF4-FFF2-40B4-BE49-F238E27FC236}">
                  <a16:creationId xmlns:a16="http://schemas.microsoft.com/office/drawing/2014/main" id="{73A97813-6FB8-7F4D-0104-5D9868C8C1CE}"/>
                </a:ext>
              </a:extLst>
            </p:cNvPr>
            <p:cNvSpPr/>
            <p:nvPr/>
          </p:nvSpPr>
          <p:spPr>
            <a:xfrm>
              <a:off x="923705" y="3182595"/>
              <a:ext cx="380762" cy="379464"/>
            </a:xfrm>
            <a:custGeom>
              <a:avLst/>
              <a:gdLst/>
              <a:ahLst/>
              <a:cxnLst/>
              <a:rect l="l" t="t" r="r" b="b"/>
              <a:pathLst>
                <a:path w="33153" h="33040" extrusionOk="0">
                  <a:moveTo>
                    <a:pt x="16576" y="1"/>
                  </a:moveTo>
                  <a:cubicBezTo>
                    <a:pt x="16428" y="1"/>
                    <a:pt x="16280" y="57"/>
                    <a:pt x="16167" y="170"/>
                  </a:cubicBezTo>
                  <a:lnTo>
                    <a:pt x="9658" y="6680"/>
                  </a:lnTo>
                  <a:cubicBezTo>
                    <a:pt x="9434" y="6906"/>
                    <a:pt x="9434" y="7272"/>
                    <a:pt x="9658" y="7495"/>
                  </a:cubicBezTo>
                  <a:lnTo>
                    <a:pt x="9729" y="7566"/>
                  </a:lnTo>
                  <a:cubicBezTo>
                    <a:pt x="9955" y="7789"/>
                    <a:pt x="10395" y="8000"/>
                    <a:pt x="10712" y="8032"/>
                  </a:cubicBezTo>
                  <a:cubicBezTo>
                    <a:pt x="10712" y="8032"/>
                    <a:pt x="11595" y="8116"/>
                    <a:pt x="12145" y="8663"/>
                  </a:cubicBezTo>
                  <a:cubicBezTo>
                    <a:pt x="13090" y="9608"/>
                    <a:pt x="13090" y="11141"/>
                    <a:pt x="12142" y="12089"/>
                  </a:cubicBezTo>
                  <a:cubicBezTo>
                    <a:pt x="11670" y="12562"/>
                    <a:pt x="11050" y="12798"/>
                    <a:pt x="10431" y="12798"/>
                  </a:cubicBezTo>
                  <a:cubicBezTo>
                    <a:pt x="9811" y="12798"/>
                    <a:pt x="9192" y="12562"/>
                    <a:pt x="8719" y="12089"/>
                  </a:cubicBezTo>
                  <a:cubicBezTo>
                    <a:pt x="8173" y="11539"/>
                    <a:pt x="8085" y="10656"/>
                    <a:pt x="8085" y="10656"/>
                  </a:cubicBezTo>
                  <a:cubicBezTo>
                    <a:pt x="8053" y="10339"/>
                    <a:pt x="7846" y="9899"/>
                    <a:pt x="7623" y="9672"/>
                  </a:cubicBezTo>
                  <a:lnTo>
                    <a:pt x="7551" y="9604"/>
                  </a:lnTo>
                  <a:cubicBezTo>
                    <a:pt x="7438" y="9491"/>
                    <a:pt x="7290" y="9435"/>
                    <a:pt x="7143" y="9435"/>
                  </a:cubicBezTo>
                  <a:cubicBezTo>
                    <a:pt x="6995" y="9435"/>
                    <a:pt x="6848" y="9491"/>
                    <a:pt x="6736" y="9604"/>
                  </a:cubicBezTo>
                  <a:lnTo>
                    <a:pt x="223" y="16111"/>
                  </a:lnTo>
                  <a:cubicBezTo>
                    <a:pt x="0" y="16337"/>
                    <a:pt x="0" y="16703"/>
                    <a:pt x="223" y="16929"/>
                  </a:cubicBezTo>
                  <a:lnTo>
                    <a:pt x="6733" y="23439"/>
                  </a:lnTo>
                  <a:cubicBezTo>
                    <a:pt x="6846" y="23550"/>
                    <a:pt x="6994" y="23606"/>
                    <a:pt x="7142" y="23606"/>
                  </a:cubicBezTo>
                  <a:cubicBezTo>
                    <a:pt x="7290" y="23606"/>
                    <a:pt x="7438" y="23550"/>
                    <a:pt x="7551" y="23439"/>
                  </a:cubicBezTo>
                  <a:lnTo>
                    <a:pt x="7623" y="23364"/>
                  </a:lnTo>
                  <a:cubicBezTo>
                    <a:pt x="7849" y="23141"/>
                    <a:pt x="8056" y="22698"/>
                    <a:pt x="8088" y="22381"/>
                  </a:cubicBezTo>
                  <a:cubicBezTo>
                    <a:pt x="8088" y="22381"/>
                    <a:pt x="8173" y="21497"/>
                    <a:pt x="8719" y="20951"/>
                  </a:cubicBezTo>
                  <a:cubicBezTo>
                    <a:pt x="9194" y="20469"/>
                    <a:pt x="9820" y="20228"/>
                    <a:pt x="10446" y="20228"/>
                  </a:cubicBezTo>
                  <a:cubicBezTo>
                    <a:pt x="11066" y="20228"/>
                    <a:pt x="11685" y="20465"/>
                    <a:pt x="12158" y="20938"/>
                  </a:cubicBezTo>
                  <a:cubicBezTo>
                    <a:pt x="13110" y="21889"/>
                    <a:pt x="13103" y="23432"/>
                    <a:pt x="12145" y="24374"/>
                  </a:cubicBezTo>
                  <a:cubicBezTo>
                    <a:pt x="11599" y="24924"/>
                    <a:pt x="10715" y="25008"/>
                    <a:pt x="10715" y="25008"/>
                  </a:cubicBezTo>
                  <a:cubicBezTo>
                    <a:pt x="10398" y="25040"/>
                    <a:pt x="9955" y="25250"/>
                    <a:pt x="9732" y="25474"/>
                  </a:cubicBezTo>
                  <a:lnTo>
                    <a:pt x="9658" y="25545"/>
                  </a:lnTo>
                  <a:cubicBezTo>
                    <a:pt x="9434" y="25771"/>
                    <a:pt x="9434" y="26137"/>
                    <a:pt x="9658" y="26363"/>
                  </a:cubicBezTo>
                  <a:lnTo>
                    <a:pt x="16167" y="32869"/>
                  </a:lnTo>
                  <a:cubicBezTo>
                    <a:pt x="16280" y="32983"/>
                    <a:pt x="16428" y="33039"/>
                    <a:pt x="16576" y="33039"/>
                  </a:cubicBezTo>
                  <a:cubicBezTo>
                    <a:pt x="16724" y="33039"/>
                    <a:pt x="16872" y="32983"/>
                    <a:pt x="16985" y="32869"/>
                  </a:cubicBezTo>
                  <a:lnTo>
                    <a:pt x="23492" y="26363"/>
                  </a:lnTo>
                  <a:cubicBezTo>
                    <a:pt x="23605" y="26252"/>
                    <a:pt x="23753" y="26196"/>
                    <a:pt x="23901" y="26196"/>
                  </a:cubicBezTo>
                  <a:cubicBezTo>
                    <a:pt x="24049" y="26196"/>
                    <a:pt x="24197" y="26252"/>
                    <a:pt x="24310" y="26363"/>
                  </a:cubicBezTo>
                  <a:lnTo>
                    <a:pt x="24313" y="26370"/>
                  </a:lnTo>
                  <a:cubicBezTo>
                    <a:pt x="24540" y="26593"/>
                    <a:pt x="24750" y="27036"/>
                    <a:pt x="24779" y="27353"/>
                  </a:cubicBezTo>
                  <a:cubicBezTo>
                    <a:pt x="24779" y="27353"/>
                    <a:pt x="24867" y="28237"/>
                    <a:pt x="25413" y="28783"/>
                  </a:cubicBezTo>
                  <a:cubicBezTo>
                    <a:pt x="25888" y="29265"/>
                    <a:pt x="26514" y="29506"/>
                    <a:pt x="27140" y="29506"/>
                  </a:cubicBezTo>
                  <a:cubicBezTo>
                    <a:pt x="27759" y="29506"/>
                    <a:pt x="28378" y="29269"/>
                    <a:pt x="28849" y="28796"/>
                  </a:cubicBezTo>
                  <a:cubicBezTo>
                    <a:pt x="29800" y="27845"/>
                    <a:pt x="29797" y="26302"/>
                    <a:pt x="28840" y="25357"/>
                  </a:cubicBezTo>
                  <a:cubicBezTo>
                    <a:pt x="28290" y="24810"/>
                    <a:pt x="27406" y="24726"/>
                    <a:pt x="27406" y="24726"/>
                  </a:cubicBezTo>
                  <a:cubicBezTo>
                    <a:pt x="27089" y="24694"/>
                    <a:pt x="26646" y="24487"/>
                    <a:pt x="26423" y="24260"/>
                  </a:cubicBezTo>
                  <a:lnTo>
                    <a:pt x="26420" y="24257"/>
                  </a:lnTo>
                  <a:cubicBezTo>
                    <a:pt x="26193" y="24031"/>
                    <a:pt x="26193" y="23665"/>
                    <a:pt x="26420" y="23439"/>
                  </a:cubicBezTo>
                  <a:lnTo>
                    <a:pt x="32926" y="16929"/>
                  </a:lnTo>
                  <a:cubicBezTo>
                    <a:pt x="33152" y="16703"/>
                    <a:pt x="33152" y="16337"/>
                    <a:pt x="32926" y="16111"/>
                  </a:cubicBezTo>
                  <a:lnTo>
                    <a:pt x="26420" y="9604"/>
                  </a:lnTo>
                  <a:cubicBezTo>
                    <a:pt x="26193" y="9378"/>
                    <a:pt x="26193" y="9012"/>
                    <a:pt x="26420" y="8786"/>
                  </a:cubicBezTo>
                  <a:lnTo>
                    <a:pt x="26533" y="8669"/>
                  </a:lnTo>
                  <a:cubicBezTo>
                    <a:pt x="26759" y="8446"/>
                    <a:pt x="27202" y="8236"/>
                    <a:pt x="27516" y="8207"/>
                  </a:cubicBezTo>
                  <a:cubicBezTo>
                    <a:pt x="27516" y="8207"/>
                    <a:pt x="28403" y="8119"/>
                    <a:pt x="28950" y="7573"/>
                  </a:cubicBezTo>
                  <a:cubicBezTo>
                    <a:pt x="29894" y="6628"/>
                    <a:pt x="29894" y="5094"/>
                    <a:pt x="28950" y="4147"/>
                  </a:cubicBezTo>
                  <a:cubicBezTo>
                    <a:pt x="28477" y="3674"/>
                    <a:pt x="27858" y="3438"/>
                    <a:pt x="27238" y="3438"/>
                  </a:cubicBezTo>
                  <a:cubicBezTo>
                    <a:pt x="26618" y="3438"/>
                    <a:pt x="25997" y="3674"/>
                    <a:pt x="25523" y="4147"/>
                  </a:cubicBezTo>
                  <a:cubicBezTo>
                    <a:pt x="24977" y="4697"/>
                    <a:pt x="24892" y="5580"/>
                    <a:pt x="24892" y="5580"/>
                  </a:cubicBezTo>
                  <a:cubicBezTo>
                    <a:pt x="24860" y="5894"/>
                    <a:pt x="24650" y="6337"/>
                    <a:pt x="24427" y="6563"/>
                  </a:cubicBezTo>
                  <a:lnTo>
                    <a:pt x="24310" y="6680"/>
                  </a:lnTo>
                  <a:cubicBezTo>
                    <a:pt x="24197" y="6791"/>
                    <a:pt x="24049" y="6847"/>
                    <a:pt x="23901" y="6847"/>
                  </a:cubicBezTo>
                  <a:cubicBezTo>
                    <a:pt x="23753" y="6847"/>
                    <a:pt x="23605" y="6791"/>
                    <a:pt x="23492" y="6680"/>
                  </a:cubicBezTo>
                  <a:lnTo>
                    <a:pt x="16985" y="170"/>
                  </a:lnTo>
                  <a:cubicBezTo>
                    <a:pt x="16872" y="57"/>
                    <a:pt x="16724" y="1"/>
                    <a:pt x="1657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6DB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957;p81">
              <a:extLst>
                <a:ext uri="{FF2B5EF4-FFF2-40B4-BE49-F238E27FC236}">
                  <a16:creationId xmlns:a16="http://schemas.microsoft.com/office/drawing/2014/main" id="{FDC3379C-B2A7-E2D9-7E29-9EBC78AC4249}"/>
                </a:ext>
              </a:extLst>
            </p:cNvPr>
            <p:cNvSpPr/>
            <p:nvPr/>
          </p:nvSpPr>
          <p:spPr>
            <a:xfrm>
              <a:off x="1309210" y="3183709"/>
              <a:ext cx="378534" cy="377248"/>
            </a:xfrm>
            <a:custGeom>
              <a:avLst/>
              <a:gdLst/>
              <a:ahLst/>
              <a:cxnLst/>
              <a:rect l="l" t="t" r="r" b="b"/>
              <a:pathLst>
                <a:path w="32959" h="32847" extrusionOk="0">
                  <a:moveTo>
                    <a:pt x="16480" y="1"/>
                  </a:moveTo>
                  <a:cubicBezTo>
                    <a:pt x="16334" y="1"/>
                    <a:pt x="16186" y="57"/>
                    <a:pt x="16073" y="170"/>
                  </a:cubicBezTo>
                  <a:lnTo>
                    <a:pt x="9603" y="6641"/>
                  </a:lnTo>
                  <a:cubicBezTo>
                    <a:pt x="9491" y="6753"/>
                    <a:pt x="9345" y="6808"/>
                    <a:pt x="9198" y="6808"/>
                  </a:cubicBezTo>
                  <a:cubicBezTo>
                    <a:pt x="9051" y="6808"/>
                    <a:pt x="8904" y="6753"/>
                    <a:pt x="8791" y="6641"/>
                  </a:cubicBezTo>
                  <a:lnTo>
                    <a:pt x="8677" y="6525"/>
                  </a:lnTo>
                  <a:cubicBezTo>
                    <a:pt x="8454" y="6301"/>
                    <a:pt x="8244" y="5861"/>
                    <a:pt x="8215" y="5547"/>
                  </a:cubicBezTo>
                  <a:cubicBezTo>
                    <a:pt x="8215" y="5547"/>
                    <a:pt x="8127" y="4667"/>
                    <a:pt x="7584" y="4124"/>
                  </a:cubicBezTo>
                  <a:cubicBezTo>
                    <a:pt x="7113" y="3653"/>
                    <a:pt x="6497" y="3418"/>
                    <a:pt x="5880" y="3418"/>
                  </a:cubicBezTo>
                  <a:cubicBezTo>
                    <a:pt x="5264" y="3418"/>
                    <a:pt x="4648" y="3653"/>
                    <a:pt x="4177" y="4124"/>
                  </a:cubicBezTo>
                  <a:cubicBezTo>
                    <a:pt x="3236" y="5065"/>
                    <a:pt x="3236" y="6589"/>
                    <a:pt x="4177" y="7531"/>
                  </a:cubicBezTo>
                  <a:cubicBezTo>
                    <a:pt x="4721" y="8074"/>
                    <a:pt x="5601" y="8158"/>
                    <a:pt x="5601" y="8158"/>
                  </a:cubicBezTo>
                  <a:cubicBezTo>
                    <a:pt x="5914" y="8191"/>
                    <a:pt x="6354" y="8398"/>
                    <a:pt x="6578" y="8621"/>
                  </a:cubicBezTo>
                  <a:lnTo>
                    <a:pt x="6694" y="8737"/>
                  </a:lnTo>
                  <a:cubicBezTo>
                    <a:pt x="6917" y="8961"/>
                    <a:pt x="6917" y="9323"/>
                    <a:pt x="6694" y="9550"/>
                  </a:cubicBezTo>
                  <a:lnTo>
                    <a:pt x="223" y="16020"/>
                  </a:lnTo>
                  <a:cubicBezTo>
                    <a:pt x="0" y="16243"/>
                    <a:pt x="0" y="16606"/>
                    <a:pt x="223" y="16832"/>
                  </a:cubicBezTo>
                  <a:lnTo>
                    <a:pt x="6694" y="23300"/>
                  </a:lnTo>
                  <a:cubicBezTo>
                    <a:pt x="6807" y="23411"/>
                    <a:pt x="6954" y="23467"/>
                    <a:pt x="7102" y="23467"/>
                  </a:cubicBezTo>
                  <a:cubicBezTo>
                    <a:pt x="7249" y="23467"/>
                    <a:pt x="7396" y="23411"/>
                    <a:pt x="7509" y="23300"/>
                  </a:cubicBezTo>
                  <a:lnTo>
                    <a:pt x="7577" y="23232"/>
                  </a:lnTo>
                  <a:cubicBezTo>
                    <a:pt x="7801" y="23008"/>
                    <a:pt x="8008" y="22568"/>
                    <a:pt x="8040" y="22255"/>
                  </a:cubicBezTo>
                  <a:cubicBezTo>
                    <a:pt x="8040" y="22255"/>
                    <a:pt x="8124" y="21375"/>
                    <a:pt x="8668" y="20831"/>
                  </a:cubicBezTo>
                  <a:cubicBezTo>
                    <a:pt x="9138" y="20360"/>
                    <a:pt x="9755" y="20125"/>
                    <a:pt x="10371" y="20125"/>
                  </a:cubicBezTo>
                  <a:cubicBezTo>
                    <a:pt x="10987" y="20125"/>
                    <a:pt x="11604" y="20360"/>
                    <a:pt x="12074" y="20831"/>
                  </a:cubicBezTo>
                  <a:cubicBezTo>
                    <a:pt x="13013" y="21769"/>
                    <a:pt x="13013" y="23296"/>
                    <a:pt x="12074" y="24235"/>
                  </a:cubicBezTo>
                  <a:cubicBezTo>
                    <a:pt x="11528" y="24781"/>
                    <a:pt x="10651" y="24865"/>
                    <a:pt x="10651" y="24865"/>
                  </a:cubicBezTo>
                  <a:cubicBezTo>
                    <a:pt x="10337" y="24895"/>
                    <a:pt x="9897" y="25105"/>
                    <a:pt x="9674" y="25328"/>
                  </a:cubicBezTo>
                  <a:lnTo>
                    <a:pt x="9603" y="25396"/>
                  </a:lnTo>
                  <a:cubicBezTo>
                    <a:pt x="9379" y="25619"/>
                    <a:pt x="9379" y="25985"/>
                    <a:pt x="9603" y="26208"/>
                  </a:cubicBezTo>
                  <a:lnTo>
                    <a:pt x="16073" y="32679"/>
                  </a:lnTo>
                  <a:cubicBezTo>
                    <a:pt x="16186" y="32790"/>
                    <a:pt x="16334" y="32846"/>
                    <a:pt x="16480" y="32846"/>
                  </a:cubicBezTo>
                  <a:cubicBezTo>
                    <a:pt x="16627" y="32846"/>
                    <a:pt x="16774" y="32790"/>
                    <a:pt x="16885" y="32679"/>
                  </a:cubicBezTo>
                  <a:lnTo>
                    <a:pt x="23356" y="26208"/>
                  </a:lnTo>
                  <a:cubicBezTo>
                    <a:pt x="23582" y="25985"/>
                    <a:pt x="23582" y="25619"/>
                    <a:pt x="23356" y="25396"/>
                  </a:cubicBezTo>
                  <a:lnTo>
                    <a:pt x="23285" y="25325"/>
                  </a:lnTo>
                  <a:cubicBezTo>
                    <a:pt x="23061" y="25102"/>
                    <a:pt x="22621" y="24895"/>
                    <a:pt x="22308" y="24862"/>
                  </a:cubicBezTo>
                  <a:cubicBezTo>
                    <a:pt x="22308" y="24862"/>
                    <a:pt x="21428" y="24778"/>
                    <a:pt x="20884" y="24235"/>
                  </a:cubicBezTo>
                  <a:cubicBezTo>
                    <a:pt x="19962" y="23290"/>
                    <a:pt x="19972" y="21779"/>
                    <a:pt x="20903" y="20847"/>
                  </a:cubicBezTo>
                  <a:cubicBezTo>
                    <a:pt x="21375" y="20378"/>
                    <a:pt x="21991" y="20142"/>
                    <a:pt x="22608" y="20142"/>
                  </a:cubicBezTo>
                  <a:cubicBezTo>
                    <a:pt x="23215" y="20142"/>
                    <a:pt x="23822" y="20370"/>
                    <a:pt x="24291" y="20828"/>
                  </a:cubicBezTo>
                  <a:cubicBezTo>
                    <a:pt x="24834" y="21371"/>
                    <a:pt x="24918" y="22251"/>
                    <a:pt x="24918" y="22251"/>
                  </a:cubicBezTo>
                  <a:cubicBezTo>
                    <a:pt x="24951" y="22565"/>
                    <a:pt x="25158" y="23005"/>
                    <a:pt x="25381" y="23228"/>
                  </a:cubicBezTo>
                  <a:lnTo>
                    <a:pt x="25452" y="23300"/>
                  </a:lnTo>
                  <a:cubicBezTo>
                    <a:pt x="25565" y="23411"/>
                    <a:pt x="25713" y="23467"/>
                    <a:pt x="25859" y="23467"/>
                  </a:cubicBezTo>
                  <a:cubicBezTo>
                    <a:pt x="26006" y="23467"/>
                    <a:pt x="26153" y="23411"/>
                    <a:pt x="26264" y="23300"/>
                  </a:cubicBezTo>
                  <a:lnTo>
                    <a:pt x="32735" y="16829"/>
                  </a:lnTo>
                  <a:cubicBezTo>
                    <a:pt x="32958" y="16606"/>
                    <a:pt x="32958" y="16243"/>
                    <a:pt x="32735" y="16017"/>
                  </a:cubicBezTo>
                  <a:lnTo>
                    <a:pt x="26264" y="9546"/>
                  </a:lnTo>
                  <a:cubicBezTo>
                    <a:pt x="26041" y="9323"/>
                    <a:pt x="26041" y="8961"/>
                    <a:pt x="26264" y="8734"/>
                  </a:cubicBezTo>
                  <a:lnTo>
                    <a:pt x="26271" y="8731"/>
                  </a:lnTo>
                  <a:cubicBezTo>
                    <a:pt x="26494" y="8508"/>
                    <a:pt x="26934" y="8301"/>
                    <a:pt x="27248" y="8268"/>
                  </a:cubicBezTo>
                  <a:cubicBezTo>
                    <a:pt x="27248" y="8268"/>
                    <a:pt x="28125" y="8184"/>
                    <a:pt x="28671" y="7641"/>
                  </a:cubicBezTo>
                  <a:cubicBezTo>
                    <a:pt x="29593" y="6696"/>
                    <a:pt x="29584" y="5185"/>
                    <a:pt x="28652" y="4253"/>
                  </a:cubicBezTo>
                  <a:cubicBezTo>
                    <a:pt x="28181" y="3784"/>
                    <a:pt x="27564" y="3548"/>
                    <a:pt x="26947" y="3548"/>
                  </a:cubicBezTo>
                  <a:cubicBezTo>
                    <a:pt x="26340" y="3548"/>
                    <a:pt x="25733" y="3777"/>
                    <a:pt x="25265" y="4234"/>
                  </a:cubicBezTo>
                  <a:cubicBezTo>
                    <a:pt x="24721" y="4777"/>
                    <a:pt x="24637" y="5657"/>
                    <a:pt x="24637" y="5657"/>
                  </a:cubicBezTo>
                  <a:cubicBezTo>
                    <a:pt x="24605" y="5971"/>
                    <a:pt x="24398" y="6411"/>
                    <a:pt x="24174" y="6635"/>
                  </a:cubicBezTo>
                  <a:lnTo>
                    <a:pt x="24168" y="6641"/>
                  </a:lnTo>
                  <a:cubicBezTo>
                    <a:pt x="24056" y="6753"/>
                    <a:pt x="23910" y="6808"/>
                    <a:pt x="23763" y="6808"/>
                  </a:cubicBezTo>
                  <a:cubicBezTo>
                    <a:pt x="23616" y="6808"/>
                    <a:pt x="23469" y="6753"/>
                    <a:pt x="23356" y="6641"/>
                  </a:cubicBezTo>
                  <a:lnTo>
                    <a:pt x="16885" y="170"/>
                  </a:lnTo>
                  <a:cubicBezTo>
                    <a:pt x="16774" y="57"/>
                    <a:pt x="16627" y="1"/>
                    <a:pt x="1648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958;p81">
              <a:extLst>
                <a:ext uri="{FF2B5EF4-FFF2-40B4-BE49-F238E27FC236}">
                  <a16:creationId xmlns:a16="http://schemas.microsoft.com/office/drawing/2014/main" id="{181D8A54-AE4B-4D86-06E8-E0C2E9C2FA23}"/>
                </a:ext>
              </a:extLst>
            </p:cNvPr>
            <p:cNvSpPr/>
            <p:nvPr/>
          </p:nvSpPr>
          <p:spPr>
            <a:xfrm>
              <a:off x="732422" y="2990152"/>
              <a:ext cx="380716" cy="379441"/>
            </a:xfrm>
            <a:custGeom>
              <a:avLst/>
              <a:gdLst/>
              <a:ahLst/>
              <a:cxnLst/>
              <a:rect l="l" t="t" r="r" b="b"/>
              <a:pathLst>
                <a:path w="33149" h="33038" extrusionOk="0">
                  <a:moveTo>
                    <a:pt x="16573" y="0"/>
                  </a:moveTo>
                  <a:cubicBezTo>
                    <a:pt x="16426" y="0"/>
                    <a:pt x="16278" y="56"/>
                    <a:pt x="16167" y="168"/>
                  </a:cubicBezTo>
                  <a:lnTo>
                    <a:pt x="9657" y="6677"/>
                  </a:lnTo>
                  <a:cubicBezTo>
                    <a:pt x="9431" y="6903"/>
                    <a:pt x="9431" y="7269"/>
                    <a:pt x="9657" y="7492"/>
                  </a:cubicBezTo>
                  <a:lnTo>
                    <a:pt x="9725" y="7563"/>
                  </a:lnTo>
                  <a:cubicBezTo>
                    <a:pt x="9952" y="7787"/>
                    <a:pt x="10395" y="7997"/>
                    <a:pt x="10709" y="8026"/>
                  </a:cubicBezTo>
                  <a:cubicBezTo>
                    <a:pt x="10709" y="8026"/>
                    <a:pt x="11592" y="8113"/>
                    <a:pt x="12142" y="8660"/>
                  </a:cubicBezTo>
                  <a:cubicBezTo>
                    <a:pt x="13087" y="9605"/>
                    <a:pt x="13087" y="11142"/>
                    <a:pt x="12142" y="12086"/>
                  </a:cubicBezTo>
                  <a:cubicBezTo>
                    <a:pt x="11669" y="12561"/>
                    <a:pt x="11049" y="12798"/>
                    <a:pt x="10429" y="12798"/>
                  </a:cubicBezTo>
                  <a:cubicBezTo>
                    <a:pt x="9809" y="12798"/>
                    <a:pt x="9189" y="12562"/>
                    <a:pt x="8716" y="12090"/>
                  </a:cubicBezTo>
                  <a:cubicBezTo>
                    <a:pt x="8169" y="11540"/>
                    <a:pt x="8082" y="10656"/>
                    <a:pt x="8082" y="10656"/>
                  </a:cubicBezTo>
                  <a:cubicBezTo>
                    <a:pt x="8053" y="10339"/>
                    <a:pt x="7842" y="9899"/>
                    <a:pt x="7619" y="9673"/>
                  </a:cubicBezTo>
                  <a:lnTo>
                    <a:pt x="7548" y="9605"/>
                  </a:lnTo>
                  <a:cubicBezTo>
                    <a:pt x="7435" y="9492"/>
                    <a:pt x="7287" y="9435"/>
                    <a:pt x="7140" y="9435"/>
                  </a:cubicBezTo>
                  <a:cubicBezTo>
                    <a:pt x="6993" y="9435"/>
                    <a:pt x="6846" y="9492"/>
                    <a:pt x="6733" y="9605"/>
                  </a:cubicBezTo>
                  <a:lnTo>
                    <a:pt x="223" y="16111"/>
                  </a:lnTo>
                  <a:cubicBezTo>
                    <a:pt x="0" y="16338"/>
                    <a:pt x="0" y="16700"/>
                    <a:pt x="223" y="16926"/>
                  </a:cubicBezTo>
                  <a:lnTo>
                    <a:pt x="6733" y="23436"/>
                  </a:lnTo>
                  <a:cubicBezTo>
                    <a:pt x="6956" y="23662"/>
                    <a:pt x="6956" y="24028"/>
                    <a:pt x="6733" y="24254"/>
                  </a:cubicBezTo>
                  <a:lnTo>
                    <a:pt x="6616" y="24368"/>
                  </a:lnTo>
                  <a:cubicBezTo>
                    <a:pt x="6390" y="24594"/>
                    <a:pt x="5950" y="24804"/>
                    <a:pt x="5633" y="24833"/>
                  </a:cubicBezTo>
                  <a:cubicBezTo>
                    <a:pt x="5633" y="24833"/>
                    <a:pt x="4749" y="24921"/>
                    <a:pt x="4199" y="25468"/>
                  </a:cubicBezTo>
                  <a:cubicBezTo>
                    <a:pt x="3255" y="26412"/>
                    <a:pt x="3255" y="27946"/>
                    <a:pt x="4199" y="28890"/>
                  </a:cubicBezTo>
                  <a:cubicBezTo>
                    <a:pt x="4673" y="29364"/>
                    <a:pt x="5294" y="29601"/>
                    <a:pt x="5914" y="29601"/>
                  </a:cubicBezTo>
                  <a:cubicBezTo>
                    <a:pt x="6534" y="29601"/>
                    <a:pt x="7153" y="29364"/>
                    <a:pt x="7626" y="28890"/>
                  </a:cubicBezTo>
                  <a:cubicBezTo>
                    <a:pt x="8172" y="28344"/>
                    <a:pt x="8260" y="27460"/>
                    <a:pt x="8260" y="27460"/>
                  </a:cubicBezTo>
                  <a:cubicBezTo>
                    <a:pt x="8289" y="27143"/>
                    <a:pt x="8499" y="26700"/>
                    <a:pt x="8726" y="26477"/>
                  </a:cubicBezTo>
                  <a:lnTo>
                    <a:pt x="8839" y="26360"/>
                  </a:lnTo>
                  <a:cubicBezTo>
                    <a:pt x="8952" y="26249"/>
                    <a:pt x="9100" y="26193"/>
                    <a:pt x="9248" y="26193"/>
                  </a:cubicBezTo>
                  <a:cubicBezTo>
                    <a:pt x="9396" y="26193"/>
                    <a:pt x="9544" y="26249"/>
                    <a:pt x="9657" y="26360"/>
                  </a:cubicBezTo>
                  <a:lnTo>
                    <a:pt x="16167" y="32870"/>
                  </a:lnTo>
                  <a:cubicBezTo>
                    <a:pt x="16278" y="32982"/>
                    <a:pt x="16426" y="33037"/>
                    <a:pt x="16573" y="33037"/>
                  </a:cubicBezTo>
                  <a:cubicBezTo>
                    <a:pt x="16721" y="33037"/>
                    <a:pt x="16869" y="32982"/>
                    <a:pt x="16982" y="32870"/>
                  </a:cubicBezTo>
                  <a:lnTo>
                    <a:pt x="23491" y="26360"/>
                  </a:lnTo>
                  <a:cubicBezTo>
                    <a:pt x="23605" y="26247"/>
                    <a:pt x="23752" y="26191"/>
                    <a:pt x="23899" y="26191"/>
                  </a:cubicBezTo>
                  <a:cubicBezTo>
                    <a:pt x="24046" y="26191"/>
                    <a:pt x="24193" y="26247"/>
                    <a:pt x="24307" y="26360"/>
                  </a:cubicBezTo>
                  <a:lnTo>
                    <a:pt x="24313" y="26364"/>
                  </a:lnTo>
                  <a:cubicBezTo>
                    <a:pt x="24536" y="26590"/>
                    <a:pt x="24747" y="27033"/>
                    <a:pt x="24776" y="27350"/>
                  </a:cubicBezTo>
                  <a:cubicBezTo>
                    <a:pt x="24776" y="27350"/>
                    <a:pt x="24863" y="28234"/>
                    <a:pt x="25410" y="28780"/>
                  </a:cubicBezTo>
                  <a:cubicBezTo>
                    <a:pt x="25885" y="29262"/>
                    <a:pt x="26511" y="29503"/>
                    <a:pt x="27137" y="29503"/>
                  </a:cubicBezTo>
                  <a:cubicBezTo>
                    <a:pt x="27756" y="29503"/>
                    <a:pt x="28376" y="29267"/>
                    <a:pt x="28849" y="28793"/>
                  </a:cubicBezTo>
                  <a:cubicBezTo>
                    <a:pt x="29800" y="27842"/>
                    <a:pt x="29794" y="26299"/>
                    <a:pt x="28836" y="25354"/>
                  </a:cubicBezTo>
                  <a:cubicBezTo>
                    <a:pt x="28289" y="24808"/>
                    <a:pt x="27403" y="24720"/>
                    <a:pt x="27403" y="24720"/>
                  </a:cubicBezTo>
                  <a:cubicBezTo>
                    <a:pt x="27089" y="24691"/>
                    <a:pt x="26646" y="24484"/>
                    <a:pt x="26419" y="24258"/>
                  </a:cubicBezTo>
                  <a:lnTo>
                    <a:pt x="26416" y="24254"/>
                  </a:lnTo>
                  <a:cubicBezTo>
                    <a:pt x="26190" y="24028"/>
                    <a:pt x="26190" y="23662"/>
                    <a:pt x="26416" y="23436"/>
                  </a:cubicBezTo>
                  <a:lnTo>
                    <a:pt x="32925" y="16926"/>
                  </a:lnTo>
                  <a:cubicBezTo>
                    <a:pt x="33149" y="16700"/>
                    <a:pt x="33149" y="16338"/>
                    <a:pt x="32925" y="16111"/>
                  </a:cubicBezTo>
                  <a:lnTo>
                    <a:pt x="26416" y="9602"/>
                  </a:lnTo>
                  <a:cubicBezTo>
                    <a:pt x="26303" y="9490"/>
                    <a:pt x="26155" y="9434"/>
                    <a:pt x="26007" y="9434"/>
                  </a:cubicBezTo>
                  <a:cubicBezTo>
                    <a:pt x="25859" y="9434"/>
                    <a:pt x="25711" y="9490"/>
                    <a:pt x="25598" y="9602"/>
                  </a:cubicBezTo>
                  <a:lnTo>
                    <a:pt x="25526" y="9673"/>
                  </a:lnTo>
                  <a:cubicBezTo>
                    <a:pt x="25303" y="9899"/>
                    <a:pt x="25093" y="10339"/>
                    <a:pt x="25064" y="10656"/>
                  </a:cubicBezTo>
                  <a:cubicBezTo>
                    <a:pt x="25064" y="10656"/>
                    <a:pt x="24976" y="11540"/>
                    <a:pt x="24430" y="12090"/>
                  </a:cubicBezTo>
                  <a:cubicBezTo>
                    <a:pt x="23953" y="12577"/>
                    <a:pt x="23323" y="12822"/>
                    <a:pt x="22693" y="12822"/>
                  </a:cubicBezTo>
                  <a:cubicBezTo>
                    <a:pt x="22073" y="12822"/>
                    <a:pt x="21454" y="12585"/>
                    <a:pt x="20981" y="12112"/>
                  </a:cubicBezTo>
                  <a:cubicBezTo>
                    <a:pt x="20026" y="11158"/>
                    <a:pt x="20036" y="9605"/>
                    <a:pt x="21003" y="8663"/>
                  </a:cubicBezTo>
                  <a:cubicBezTo>
                    <a:pt x="21550" y="8117"/>
                    <a:pt x="22437" y="8029"/>
                    <a:pt x="22437" y="8029"/>
                  </a:cubicBezTo>
                  <a:cubicBezTo>
                    <a:pt x="22750" y="8000"/>
                    <a:pt x="23194" y="7790"/>
                    <a:pt x="23420" y="7567"/>
                  </a:cubicBezTo>
                  <a:lnTo>
                    <a:pt x="23491" y="7492"/>
                  </a:lnTo>
                  <a:cubicBezTo>
                    <a:pt x="23715" y="7269"/>
                    <a:pt x="23715" y="6903"/>
                    <a:pt x="23491" y="6677"/>
                  </a:cubicBezTo>
                  <a:lnTo>
                    <a:pt x="16982" y="168"/>
                  </a:lnTo>
                  <a:cubicBezTo>
                    <a:pt x="16869" y="56"/>
                    <a:pt x="16721" y="0"/>
                    <a:pt x="1657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7994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959;p81">
              <a:extLst>
                <a:ext uri="{FF2B5EF4-FFF2-40B4-BE49-F238E27FC236}">
                  <a16:creationId xmlns:a16="http://schemas.microsoft.com/office/drawing/2014/main" id="{9C9B7C91-5BE5-CB8B-C3AB-D61AC05AE375}"/>
                </a:ext>
              </a:extLst>
            </p:cNvPr>
            <p:cNvSpPr/>
            <p:nvPr/>
          </p:nvSpPr>
          <p:spPr>
            <a:xfrm>
              <a:off x="1115837" y="2990152"/>
              <a:ext cx="380728" cy="379430"/>
            </a:xfrm>
            <a:custGeom>
              <a:avLst/>
              <a:gdLst/>
              <a:ahLst/>
              <a:cxnLst/>
              <a:rect l="l" t="t" r="r" b="b"/>
              <a:pathLst>
                <a:path w="33150" h="33037" extrusionOk="0">
                  <a:moveTo>
                    <a:pt x="16576" y="0"/>
                  </a:moveTo>
                  <a:cubicBezTo>
                    <a:pt x="16429" y="0"/>
                    <a:pt x="16281" y="56"/>
                    <a:pt x="16168" y="168"/>
                  </a:cubicBezTo>
                  <a:lnTo>
                    <a:pt x="9661" y="6677"/>
                  </a:lnTo>
                  <a:cubicBezTo>
                    <a:pt x="9548" y="6789"/>
                    <a:pt x="9400" y="6844"/>
                    <a:pt x="9252" y="6844"/>
                  </a:cubicBezTo>
                  <a:cubicBezTo>
                    <a:pt x="9104" y="6844"/>
                    <a:pt x="8956" y="6789"/>
                    <a:pt x="8843" y="6677"/>
                  </a:cubicBezTo>
                  <a:lnTo>
                    <a:pt x="8836" y="6670"/>
                  </a:lnTo>
                  <a:cubicBezTo>
                    <a:pt x="8613" y="6447"/>
                    <a:pt x="8403" y="6004"/>
                    <a:pt x="8374" y="5687"/>
                  </a:cubicBezTo>
                  <a:cubicBezTo>
                    <a:pt x="8374" y="5687"/>
                    <a:pt x="8286" y="4804"/>
                    <a:pt x="7740" y="4257"/>
                  </a:cubicBezTo>
                  <a:cubicBezTo>
                    <a:pt x="7263" y="3757"/>
                    <a:pt x="6626" y="3507"/>
                    <a:pt x="5987" y="3507"/>
                  </a:cubicBezTo>
                  <a:cubicBezTo>
                    <a:pt x="5368" y="3507"/>
                    <a:pt x="4749" y="3742"/>
                    <a:pt x="4275" y="4215"/>
                  </a:cubicBezTo>
                  <a:cubicBezTo>
                    <a:pt x="3314" y="5176"/>
                    <a:pt x="3330" y="6742"/>
                    <a:pt x="4313" y="7680"/>
                  </a:cubicBezTo>
                  <a:cubicBezTo>
                    <a:pt x="4860" y="8227"/>
                    <a:pt x="5747" y="8314"/>
                    <a:pt x="5747" y="8314"/>
                  </a:cubicBezTo>
                  <a:cubicBezTo>
                    <a:pt x="6061" y="8343"/>
                    <a:pt x="6504" y="8553"/>
                    <a:pt x="6730" y="8777"/>
                  </a:cubicBezTo>
                  <a:lnTo>
                    <a:pt x="6733" y="8783"/>
                  </a:lnTo>
                  <a:cubicBezTo>
                    <a:pt x="6960" y="9010"/>
                    <a:pt x="6960" y="9372"/>
                    <a:pt x="6733" y="9598"/>
                  </a:cubicBezTo>
                  <a:lnTo>
                    <a:pt x="224" y="16111"/>
                  </a:lnTo>
                  <a:cubicBezTo>
                    <a:pt x="1" y="16338"/>
                    <a:pt x="1" y="16700"/>
                    <a:pt x="224" y="16926"/>
                  </a:cubicBezTo>
                  <a:lnTo>
                    <a:pt x="6733" y="23436"/>
                  </a:lnTo>
                  <a:cubicBezTo>
                    <a:pt x="6847" y="23547"/>
                    <a:pt x="6995" y="23603"/>
                    <a:pt x="7143" y="23603"/>
                  </a:cubicBezTo>
                  <a:cubicBezTo>
                    <a:pt x="7291" y="23603"/>
                    <a:pt x="7439" y="23547"/>
                    <a:pt x="7552" y="23436"/>
                  </a:cubicBezTo>
                  <a:lnTo>
                    <a:pt x="7623" y="23365"/>
                  </a:lnTo>
                  <a:cubicBezTo>
                    <a:pt x="7846" y="23138"/>
                    <a:pt x="8057" y="22698"/>
                    <a:pt x="8086" y="22381"/>
                  </a:cubicBezTo>
                  <a:cubicBezTo>
                    <a:pt x="8086" y="22381"/>
                    <a:pt x="8173" y="21498"/>
                    <a:pt x="8720" y="20948"/>
                  </a:cubicBezTo>
                  <a:cubicBezTo>
                    <a:pt x="9195" y="20467"/>
                    <a:pt x="9821" y="20226"/>
                    <a:pt x="10447" y="20226"/>
                  </a:cubicBezTo>
                  <a:cubicBezTo>
                    <a:pt x="11066" y="20226"/>
                    <a:pt x="11686" y="20462"/>
                    <a:pt x="12159" y="20935"/>
                  </a:cubicBezTo>
                  <a:cubicBezTo>
                    <a:pt x="13110" y="21886"/>
                    <a:pt x="13104" y="23429"/>
                    <a:pt x="12146" y="24374"/>
                  </a:cubicBezTo>
                  <a:cubicBezTo>
                    <a:pt x="11599" y="24921"/>
                    <a:pt x="10716" y="25008"/>
                    <a:pt x="10716" y="25008"/>
                  </a:cubicBezTo>
                  <a:cubicBezTo>
                    <a:pt x="10399" y="25037"/>
                    <a:pt x="9956" y="25248"/>
                    <a:pt x="9733" y="25471"/>
                  </a:cubicBezTo>
                  <a:lnTo>
                    <a:pt x="9658" y="25542"/>
                  </a:lnTo>
                  <a:cubicBezTo>
                    <a:pt x="9435" y="25768"/>
                    <a:pt x="9435" y="26134"/>
                    <a:pt x="9658" y="26360"/>
                  </a:cubicBezTo>
                  <a:lnTo>
                    <a:pt x="16168" y="32867"/>
                  </a:lnTo>
                  <a:cubicBezTo>
                    <a:pt x="16281" y="32980"/>
                    <a:pt x="16429" y="33037"/>
                    <a:pt x="16577" y="33037"/>
                  </a:cubicBezTo>
                  <a:cubicBezTo>
                    <a:pt x="16725" y="33037"/>
                    <a:pt x="16873" y="32980"/>
                    <a:pt x="16986" y="32867"/>
                  </a:cubicBezTo>
                  <a:lnTo>
                    <a:pt x="23492" y="26360"/>
                  </a:lnTo>
                  <a:cubicBezTo>
                    <a:pt x="23715" y="26134"/>
                    <a:pt x="23715" y="25768"/>
                    <a:pt x="23492" y="25542"/>
                  </a:cubicBezTo>
                  <a:lnTo>
                    <a:pt x="23421" y="25474"/>
                  </a:lnTo>
                  <a:cubicBezTo>
                    <a:pt x="23198" y="25251"/>
                    <a:pt x="22755" y="25040"/>
                    <a:pt x="22438" y="25011"/>
                  </a:cubicBezTo>
                  <a:cubicBezTo>
                    <a:pt x="22438" y="25011"/>
                    <a:pt x="21554" y="24924"/>
                    <a:pt x="21004" y="24377"/>
                  </a:cubicBezTo>
                  <a:cubicBezTo>
                    <a:pt x="20073" y="23429"/>
                    <a:pt x="20076" y="21905"/>
                    <a:pt x="21017" y="20964"/>
                  </a:cubicBezTo>
                  <a:cubicBezTo>
                    <a:pt x="21490" y="20491"/>
                    <a:pt x="22111" y="20254"/>
                    <a:pt x="22731" y="20254"/>
                  </a:cubicBezTo>
                  <a:cubicBezTo>
                    <a:pt x="23345" y="20254"/>
                    <a:pt x="23959" y="20486"/>
                    <a:pt x="24430" y="20951"/>
                  </a:cubicBezTo>
                  <a:cubicBezTo>
                    <a:pt x="24977" y="21498"/>
                    <a:pt x="25065" y="22381"/>
                    <a:pt x="25065" y="22381"/>
                  </a:cubicBezTo>
                  <a:cubicBezTo>
                    <a:pt x="25097" y="22698"/>
                    <a:pt x="25304" y="23141"/>
                    <a:pt x="25530" y="23365"/>
                  </a:cubicBezTo>
                  <a:lnTo>
                    <a:pt x="25598" y="23436"/>
                  </a:lnTo>
                  <a:cubicBezTo>
                    <a:pt x="25712" y="23547"/>
                    <a:pt x="25860" y="23603"/>
                    <a:pt x="26007" y="23603"/>
                  </a:cubicBezTo>
                  <a:cubicBezTo>
                    <a:pt x="26155" y="23603"/>
                    <a:pt x="26302" y="23547"/>
                    <a:pt x="26414" y="23436"/>
                  </a:cubicBezTo>
                  <a:lnTo>
                    <a:pt x="32923" y="16926"/>
                  </a:lnTo>
                  <a:cubicBezTo>
                    <a:pt x="33150" y="16700"/>
                    <a:pt x="33150" y="16338"/>
                    <a:pt x="32923" y="16111"/>
                  </a:cubicBezTo>
                  <a:lnTo>
                    <a:pt x="26417" y="9602"/>
                  </a:lnTo>
                  <a:cubicBezTo>
                    <a:pt x="26194" y="9375"/>
                    <a:pt x="26194" y="9010"/>
                    <a:pt x="26417" y="8783"/>
                  </a:cubicBezTo>
                  <a:lnTo>
                    <a:pt x="26533" y="8670"/>
                  </a:lnTo>
                  <a:cubicBezTo>
                    <a:pt x="26760" y="8443"/>
                    <a:pt x="27203" y="8233"/>
                    <a:pt x="27517" y="8204"/>
                  </a:cubicBezTo>
                  <a:cubicBezTo>
                    <a:pt x="27517" y="8204"/>
                    <a:pt x="28400" y="8117"/>
                    <a:pt x="28950" y="7570"/>
                  </a:cubicBezTo>
                  <a:cubicBezTo>
                    <a:pt x="29918" y="6628"/>
                    <a:pt x="29927" y="5079"/>
                    <a:pt x="28973" y="4124"/>
                  </a:cubicBezTo>
                  <a:cubicBezTo>
                    <a:pt x="28500" y="3650"/>
                    <a:pt x="27879" y="3413"/>
                    <a:pt x="27259" y="3413"/>
                  </a:cubicBezTo>
                  <a:cubicBezTo>
                    <a:pt x="26629" y="3413"/>
                    <a:pt x="25999" y="3658"/>
                    <a:pt x="25524" y="4144"/>
                  </a:cubicBezTo>
                  <a:lnTo>
                    <a:pt x="25524" y="4147"/>
                  </a:lnTo>
                  <a:cubicBezTo>
                    <a:pt x="24977" y="4694"/>
                    <a:pt x="24890" y="5577"/>
                    <a:pt x="24890" y="5577"/>
                  </a:cubicBezTo>
                  <a:cubicBezTo>
                    <a:pt x="24861" y="5894"/>
                    <a:pt x="24650" y="6337"/>
                    <a:pt x="24427" y="6560"/>
                  </a:cubicBezTo>
                  <a:lnTo>
                    <a:pt x="24311" y="6677"/>
                  </a:lnTo>
                  <a:cubicBezTo>
                    <a:pt x="24198" y="6789"/>
                    <a:pt x="24050" y="6844"/>
                    <a:pt x="23901" y="6844"/>
                  </a:cubicBezTo>
                  <a:cubicBezTo>
                    <a:pt x="23753" y="6844"/>
                    <a:pt x="23605" y="6789"/>
                    <a:pt x="23492" y="6677"/>
                  </a:cubicBezTo>
                  <a:lnTo>
                    <a:pt x="16983" y="168"/>
                  </a:lnTo>
                  <a:cubicBezTo>
                    <a:pt x="16871" y="56"/>
                    <a:pt x="16724" y="0"/>
                    <a:pt x="165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960;p81">
              <a:extLst>
                <a:ext uri="{FF2B5EF4-FFF2-40B4-BE49-F238E27FC236}">
                  <a16:creationId xmlns:a16="http://schemas.microsoft.com/office/drawing/2014/main" id="{52DA1395-3E09-C1F7-F1D9-E25E8613F359}"/>
                </a:ext>
              </a:extLst>
            </p:cNvPr>
            <p:cNvSpPr/>
            <p:nvPr/>
          </p:nvSpPr>
          <p:spPr>
            <a:xfrm>
              <a:off x="1691707" y="3184996"/>
              <a:ext cx="378488" cy="377259"/>
            </a:xfrm>
            <a:custGeom>
              <a:avLst/>
              <a:gdLst/>
              <a:ahLst/>
              <a:cxnLst/>
              <a:rect l="l" t="t" r="r" b="b"/>
              <a:pathLst>
                <a:path w="32955" h="32848" extrusionOk="0">
                  <a:moveTo>
                    <a:pt x="16478" y="1"/>
                  </a:moveTo>
                  <a:cubicBezTo>
                    <a:pt x="16331" y="1"/>
                    <a:pt x="16185" y="57"/>
                    <a:pt x="16073" y="168"/>
                  </a:cubicBezTo>
                  <a:lnTo>
                    <a:pt x="9603" y="6639"/>
                  </a:lnTo>
                  <a:cubicBezTo>
                    <a:pt x="9489" y="6752"/>
                    <a:pt x="9342" y="6809"/>
                    <a:pt x="9195" y="6809"/>
                  </a:cubicBezTo>
                  <a:cubicBezTo>
                    <a:pt x="9048" y="6809"/>
                    <a:pt x="8900" y="6752"/>
                    <a:pt x="8787" y="6639"/>
                  </a:cubicBezTo>
                  <a:lnTo>
                    <a:pt x="8674" y="6526"/>
                  </a:lnTo>
                  <a:cubicBezTo>
                    <a:pt x="8451" y="6303"/>
                    <a:pt x="8244" y="5863"/>
                    <a:pt x="8211" y="5545"/>
                  </a:cubicBezTo>
                  <a:cubicBezTo>
                    <a:pt x="8211" y="5545"/>
                    <a:pt x="8127" y="4669"/>
                    <a:pt x="7581" y="4125"/>
                  </a:cubicBezTo>
                  <a:cubicBezTo>
                    <a:pt x="7109" y="3646"/>
                    <a:pt x="6488" y="3407"/>
                    <a:pt x="5867" y="3407"/>
                  </a:cubicBezTo>
                  <a:cubicBezTo>
                    <a:pt x="5251" y="3407"/>
                    <a:pt x="4634" y="3642"/>
                    <a:pt x="4164" y="4112"/>
                  </a:cubicBezTo>
                  <a:cubicBezTo>
                    <a:pt x="3219" y="5057"/>
                    <a:pt x="3226" y="6590"/>
                    <a:pt x="4177" y="7529"/>
                  </a:cubicBezTo>
                  <a:cubicBezTo>
                    <a:pt x="4721" y="8075"/>
                    <a:pt x="5601" y="8160"/>
                    <a:pt x="5601" y="8160"/>
                  </a:cubicBezTo>
                  <a:cubicBezTo>
                    <a:pt x="5914" y="8189"/>
                    <a:pt x="6354" y="8399"/>
                    <a:pt x="6578" y="8622"/>
                  </a:cubicBezTo>
                  <a:lnTo>
                    <a:pt x="6694" y="8735"/>
                  </a:lnTo>
                  <a:cubicBezTo>
                    <a:pt x="6914" y="8962"/>
                    <a:pt x="6914" y="9324"/>
                    <a:pt x="6694" y="9548"/>
                  </a:cubicBezTo>
                  <a:lnTo>
                    <a:pt x="223" y="16018"/>
                  </a:lnTo>
                  <a:cubicBezTo>
                    <a:pt x="0" y="16245"/>
                    <a:pt x="0" y="16607"/>
                    <a:pt x="223" y="16830"/>
                  </a:cubicBezTo>
                  <a:lnTo>
                    <a:pt x="6694" y="23301"/>
                  </a:lnTo>
                  <a:cubicBezTo>
                    <a:pt x="6917" y="23527"/>
                    <a:pt x="6917" y="23890"/>
                    <a:pt x="6694" y="24113"/>
                  </a:cubicBezTo>
                  <a:lnTo>
                    <a:pt x="6688" y="24119"/>
                  </a:lnTo>
                  <a:cubicBezTo>
                    <a:pt x="6464" y="24343"/>
                    <a:pt x="6024" y="24550"/>
                    <a:pt x="5711" y="24579"/>
                  </a:cubicBezTo>
                  <a:cubicBezTo>
                    <a:pt x="5711" y="24579"/>
                    <a:pt x="4831" y="24666"/>
                    <a:pt x="4287" y="25210"/>
                  </a:cubicBezTo>
                  <a:cubicBezTo>
                    <a:pt x="3346" y="26151"/>
                    <a:pt x="3346" y="27675"/>
                    <a:pt x="4287" y="28616"/>
                  </a:cubicBezTo>
                  <a:cubicBezTo>
                    <a:pt x="4756" y="29085"/>
                    <a:pt x="5372" y="29320"/>
                    <a:pt x="5989" y="29320"/>
                  </a:cubicBezTo>
                  <a:cubicBezTo>
                    <a:pt x="6605" y="29320"/>
                    <a:pt x="7221" y="29085"/>
                    <a:pt x="7691" y="28616"/>
                  </a:cubicBezTo>
                  <a:cubicBezTo>
                    <a:pt x="8237" y="28070"/>
                    <a:pt x="8321" y="27193"/>
                    <a:pt x="8321" y="27193"/>
                  </a:cubicBezTo>
                  <a:cubicBezTo>
                    <a:pt x="8354" y="26876"/>
                    <a:pt x="8561" y="26436"/>
                    <a:pt x="8784" y="26213"/>
                  </a:cubicBezTo>
                  <a:lnTo>
                    <a:pt x="8787" y="26209"/>
                  </a:lnTo>
                  <a:cubicBezTo>
                    <a:pt x="8900" y="26098"/>
                    <a:pt x="9048" y="26042"/>
                    <a:pt x="9195" y="26042"/>
                  </a:cubicBezTo>
                  <a:cubicBezTo>
                    <a:pt x="9341" y="26042"/>
                    <a:pt x="9488" y="26098"/>
                    <a:pt x="9599" y="26209"/>
                  </a:cubicBezTo>
                  <a:lnTo>
                    <a:pt x="16070" y="32680"/>
                  </a:lnTo>
                  <a:cubicBezTo>
                    <a:pt x="16183" y="32792"/>
                    <a:pt x="16330" y="32847"/>
                    <a:pt x="16478" y="32847"/>
                  </a:cubicBezTo>
                  <a:cubicBezTo>
                    <a:pt x="16625" y="32847"/>
                    <a:pt x="16772" y="32792"/>
                    <a:pt x="16885" y="32680"/>
                  </a:cubicBezTo>
                  <a:lnTo>
                    <a:pt x="23356" y="26209"/>
                  </a:lnTo>
                  <a:cubicBezTo>
                    <a:pt x="23579" y="25983"/>
                    <a:pt x="23579" y="25620"/>
                    <a:pt x="23356" y="25397"/>
                  </a:cubicBezTo>
                  <a:lnTo>
                    <a:pt x="23281" y="25326"/>
                  </a:lnTo>
                  <a:cubicBezTo>
                    <a:pt x="23058" y="25103"/>
                    <a:pt x="22618" y="24893"/>
                    <a:pt x="22304" y="24863"/>
                  </a:cubicBezTo>
                  <a:cubicBezTo>
                    <a:pt x="22304" y="24863"/>
                    <a:pt x="21428" y="24779"/>
                    <a:pt x="20881" y="24233"/>
                  </a:cubicBezTo>
                  <a:cubicBezTo>
                    <a:pt x="19939" y="23294"/>
                    <a:pt x="19943" y="21767"/>
                    <a:pt x="20881" y="20829"/>
                  </a:cubicBezTo>
                  <a:cubicBezTo>
                    <a:pt x="21351" y="20358"/>
                    <a:pt x="21968" y="20123"/>
                    <a:pt x="22584" y="20123"/>
                  </a:cubicBezTo>
                  <a:cubicBezTo>
                    <a:pt x="23200" y="20123"/>
                    <a:pt x="23817" y="20358"/>
                    <a:pt x="24287" y="20829"/>
                  </a:cubicBezTo>
                  <a:cubicBezTo>
                    <a:pt x="24831" y="21373"/>
                    <a:pt x="24918" y="22253"/>
                    <a:pt x="24918" y="22253"/>
                  </a:cubicBezTo>
                  <a:cubicBezTo>
                    <a:pt x="24947" y="22566"/>
                    <a:pt x="25155" y="23006"/>
                    <a:pt x="25378" y="23230"/>
                  </a:cubicBezTo>
                  <a:lnTo>
                    <a:pt x="25449" y="23301"/>
                  </a:lnTo>
                  <a:cubicBezTo>
                    <a:pt x="25562" y="23412"/>
                    <a:pt x="25709" y="23468"/>
                    <a:pt x="25856" y="23468"/>
                  </a:cubicBezTo>
                  <a:cubicBezTo>
                    <a:pt x="26003" y="23468"/>
                    <a:pt x="26149" y="23412"/>
                    <a:pt x="26261" y="23301"/>
                  </a:cubicBezTo>
                  <a:lnTo>
                    <a:pt x="32732" y="16830"/>
                  </a:lnTo>
                  <a:cubicBezTo>
                    <a:pt x="32955" y="16607"/>
                    <a:pt x="32955" y="16245"/>
                    <a:pt x="32732" y="16018"/>
                  </a:cubicBezTo>
                  <a:lnTo>
                    <a:pt x="26261" y="9548"/>
                  </a:lnTo>
                  <a:cubicBezTo>
                    <a:pt x="26149" y="9436"/>
                    <a:pt x="26003" y="9380"/>
                    <a:pt x="25856" y="9380"/>
                  </a:cubicBezTo>
                  <a:cubicBezTo>
                    <a:pt x="25709" y="9380"/>
                    <a:pt x="25562" y="9436"/>
                    <a:pt x="25449" y="9548"/>
                  </a:cubicBezTo>
                  <a:lnTo>
                    <a:pt x="25381" y="9615"/>
                  </a:lnTo>
                  <a:cubicBezTo>
                    <a:pt x="25158" y="9839"/>
                    <a:pt x="24951" y="10279"/>
                    <a:pt x="24918" y="10596"/>
                  </a:cubicBezTo>
                  <a:cubicBezTo>
                    <a:pt x="24918" y="10596"/>
                    <a:pt x="24834" y="11473"/>
                    <a:pt x="24291" y="12019"/>
                  </a:cubicBezTo>
                  <a:cubicBezTo>
                    <a:pt x="23820" y="12488"/>
                    <a:pt x="23204" y="12723"/>
                    <a:pt x="22587" y="12723"/>
                  </a:cubicBezTo>
                  <a:cubicBezTo>
                    <a:pt x="21971" y="12723"/>
                    <a:pt x="21355" y="12488"/>
                    <a:pt x="20884" y="12019"/>
                  </a:cubicBezTo>
                  <a:cubicBezTo>
                    <a:pt x="19946" y="11078"/>
                    <a:pt x="19946" y="9554"/>
                    <a:pt x="20884" y="8613"/>
                  </a:cubicBezTo>
                  <a:cubicBezTo>
                    <a:pt x="21428" y="8069"/>
                    <a:pt x="22308" y="7985"/>
                    <a:pt x="22308" y="7985"/>
                  </a:cubicBezTo>
                  <a:cubicBezTo>
                    <a:pt x="22621" y="7953"/>
                    <a:pt x="23061" y="7745"/>
                    <a:pt x="23285" y="7522"/>
                  </a:cubicBezTo>
                  <a:lnTo>
                    <a:pt x="23356" y="7454"/>
                  </a:lnTo>
                  <a:cubicBezTo>
                    <a:pt x="23579" y="7228"/>
                    <a:pt x="23579" y="6865"/>
                    <a:pt x="23356" y="6639"/>
                  </a:cubicBezTo>
                  <a:lnTo>
                    <a:pt x="16885" y="168"/>
                  </a:lnTo>
                  <a:cubicBezTo>
                    <a:pt x="16772" y="57"/>
                    <a:pt x="16625" y="1"/>
                    <a:pt x="1647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961;p81">
              <a:extLst>
                <a:ext uri="{FF2B5EF4-FFF2-40B4-BE49-F238E27FC236}">
                  <a16:creationId xmlns:a16="http://schemas.microsoft.com/office/drawing/2014/main" id="{AC386169-688D-AC74-8325-AEE59D1AF164}"/>
                </a:ext>
              </a:extLst>
            </p:cNvPr>
            <p:cNvSpPr/>
            <p:nvPr/>
          </p:nvSpPr>
          <p:spPr>
            <a:xfrm>
              <a:off x="1499792" y="2993162"/>
              <a:ext cx="378523" cy="377213"/>
            </a:xfrm>
            <a:custGeom>
              <a:avLst/>
              <a:gdLst/>
              <a:ahLst/>
              <a:cxnLst/>
              <a:rect l="l" t="t" r="r" b="b"/>
              <a:pathLst>
                <a:path w="32958" h="32844" extrusionOk="0">
                  <a:moveTo>
                    <a:pt x="16479" y="0"/>
                  </a:moveTo>
                  <a:cubicBezTo>
                    <a:pt x="16332" y="0"/>
                    <a:pt x="16185" y="56"/>
                    <a:pt x="16073" y="168"/>
                  </a:cubicBezTo>
                  <a:lnTo>
                    <a:pt x="9602" y="6638"/>
                  </a:lnTo>
                  <a:cubicBezTo>
                    <a:pt x="9489" y="6750"/>
                    <a:pt x="9342" y="6806"/>
                    <a:pt x="9195" y="6806"/>
                  </a:cubicBezTo>
                  <a:cubicBezTo>
                    <a:pt x="9048" y="6806"/>
                    <a:pt x="8902" y="6750"/>
                    <a:pt x="8790" y="6638"/>
                  </a:cubicBezTo>
                  <a:lnTo>
                    <a:pt x="8784" y="6632"/>
                  </a:lnTo>
                  <a:cubicBezTo>
                    <a:pt x="8561" y="6408"/>
                    <a:pt x="8354" y="5968"/>
                    <a:pt x="8324" y="5655"/>
                  </a:cubicBezTo>
                  <a:cubicBezTo>
                    <a:pt x="8324" y="5655"/>
                    <a:pt x="8237" y="4775"/>
                    <a:pt x="7694" y="4231"/>
                  </a:cubicBezTo>
                  <a:cubicBezTo>
                    <a:pt x="7222" y="3753"/>
                    <a:pt x="6600" y="3514"/>
                    <a:pt x="5978" y="3514"/>
                  </a:cubicBezTo>
                  <a:cubicBezTo>
                    <a:pt x="5362" y="3514"/>
                    <a:pt x="4745" y="3748"/>
                    <a:pt x="4274" y="4218"/>
                  </a:cubicBezTo>
                  <a:cubicBezTo>
                    <a:pt x="3329" y="5163"/>
                    <a:pt x="3336" y="6696"/>
                    <a:pt x="4287" y="7635"/>
                  </a:cubicBezTo>
                  <a:cubicBezTo>
                    <a:pt x="4834" y="8181"/>
                    <a:pt x="5710" y="8269"/>
                    <a:pt x="5710" y="8269"/>
                  </a:cubicBezTo>
                  <a:cubicBezTo>
                    <a:pt x="6024" y="8298"/>
                    <a:pt x="6464" y="8505"/>
                    <a:pt x="6687" y="8728"/>
                  </a:cubicBezTo>
                  <a:lnTo>
                    <a:pt x="6694" y="8735"/>
                  </a:lnTo>
                  <a:cubicBezTo>
                    <a:pt x="6917" y="8958"/>
                    <a:pt x="6917" y="9320"/>
                    <a:pt x="6694" y="9547"/>
                  </a:cubicBezTo>
                  <a:lnTo>
                    <a:pt x="223" y="16017"/>
                  </a:lnTo>
                  <a:cubicBezTo>
                    <a:pt x="0" y="16241"/>
                    <a:pt x="0" y="16603"/>
                    <a:pt x="223" y="16829"/>
                  </a:cubicBezTo>
                  <a:lnTo>
                    <a:pt x="6694" y="23300"/>
                  </a:lnTo>
                  <a:cubicBezTo>
                    <a:pt x="6805" y="23412"/>
                    <a:pt x="6952" y="23467"/>
                    <a:pt x="7099" y="23467"/>
                  </a:cubicBezTo>
                  <a:cubicBezTo>
                    <a:pt x="7245" y="23467"/>
                    <a:pt x="7393" y="23412"/>
                    <a:pt x="7506" y="23300"/>
                  </a:cubicBezTo>
                  <a:lnTo>
                    <a:pt x="7577" y="23229"/>
                  </a:lnTo>
                  <a:cubicBezTo>
                    <a:pt x="7800" y="23006"/>
                    <a:pt x="8007" y="22566"/>
                    <a:pt x="8040" y="22248"/>
                  </a:cubicBezTo>
                  <a:cubicBezTo>
                    <a:pt x="8040" y="22248"/>
                    <a:pt x="8124" y="21372"/>
                    <a:pt x="8667" y="20825"/>
                  </a:cubicBezTo>
                  <a:cubicBezTo>
                    <a:pt x="9138" y="20347"/>
                    <a:pt x="9760" y="20108"/>
                    <a:pt x="10383" y="20108"/>
                  </a:cubicBezTo>
                  <a:cubicBezTo>
                    <a:pt x="11000" y="20108"/>
                    <a:pt x="11617" y="20343"/>
                    <a:pt x="12087" y="20815"/>
                  </a:cubicBezTo>
                  <a:cubicBezTo>
                    <a:pt x="13032" y="21760"/>
                    <a:pt x="13025" y="23293"/>
                    <a:pt x="12074" y="24232"/>
                  </a:cubicBezTo>
                  <a:cubicBezTo>
                    <a:pt x="11531" y="24775"/>
                    <a:pt x="10651" y="24863"/>
                    <a:pt x="10651" y="24863"/>
                  </a:cubicBezTo>
                  <a:cubicBezTo>
                    <a:pt x="10337" y="24892"/>
                    <a:pt x="9897" y="25099"/>
                    <a:pt x="9674" y="25322"/>
                  </a:cubicBezTo>
                  <a:lnTo>
                    <a:pt x="9602" y="25393"/>
                  </a:lnTo>
                  <a:cubicBezTo>
                    <a:pt x="9376" y="25620"/>
                    <a:pt x="9376" y="25982"/>
                    <a:pt x="9602" y="26205"/>
                  </a:cubicBezTo>
                  <a:lnTo>
                    <a:pt x="16073" y="32676"/>
                  </a:lnTo>
                  <a:cubicBezTo>
                    <a:pt x="16185" y="32787"/>
                    <a:pt x="16331" y="32843"/>
                    <a:pt x="16478" y="32843"/>
                  </a:cubicBezTo>
                  <a:cubicBezTo>
                    <a:pt x="16625" y="32843"/>
                    <a:pt x="16772" y="32787"/>
                    <a:pt x="16885" y="32676"/>
                  </a:cubicBezTo>
                  <a:lnTo>
                    <a:pt x="23356" y="26205"/>
                  </a:lnTo>
                  <a:cubicBezTo>
                    <a:pt x="23579" y="25982"/>
                    <a:pt x="23579" y="25620"/>
                    <a:pt x="23356" y="25393"/>
                  </a:cubicBezTo>
                  <a:lnTo>
                    <a:pt x="23288" y="25325"/>
                  </a:lnTo>
                  <a:cubicBezTo>
                    <a:pt x="23061" y="25102"/>
                    <a:pt x="22621" y="24895"/>
                    <a:pt x="22307" y="24866"/>
                  </a:cubicBezTo>
                  <a:cubicBezTo>
                    <a:pt x="22307" y="24866"/>
                    <a:pt x="21431" y="24778"/>
                    <a:pt x="20884" y="24235"/>
                  </a:cubicBezTo>
                  <a:cubicBezTo>
                    <a:pt x="19942" y="23293"/>
                    <a:pt x="19942" y="21770"/>
                    <a:pt x="20884" y="20828"/>
                  </a:cubicBezTo>
                  <a:cubicBezTo>
                    <a:pt x="21354" y="20359"/>
                    <a:pt x="21971" y="20125"/>
                    <a:pt x="22587" y="20125"/>
                  </a:cubicBezTo>
                  <a:cubicBezTo>
                    <a:pt x="23203" y="20125"/>
                    <a:pt x="23820" y="20359"/>
                    <a:pt x="24291" y="20828"/>
                  </a:cubicBezTo>
                  <a:cubicBezTo>
                    <a:pt x="24834" y="21372"/>
                    <a:pt x="24918" y="22252"/>
                    <a:pt x="24918" y="22252"/>
                  </a:cubicBezTo>
                  <a:cubicBezTo>
                    <a:pt x="24951" y="22566"/>
                    <a:pt x="25158" y="23006"/>
                    <a:pt x="25381" y="23229"/>
                  </a:cubicBezTo>
                  <a:lnTo>
                    <a:pt x="25452" y="23300"/>
                  </a:lnTo>
                  <a:cubicBezTo>
                    <a:pt x="25564" y="23412"/>
                    <a:pt x="25710" y="23467"/>
                    <a:pt x="25857" y="23467"/>
                  </a:cubicBezTo>
                  <a:cubicBezTo>
                    <a:pt x="26004" y="23467"/>
                    <a:pt x="26151" y="23412"/>
                    <a:pt x="26264" y="23300"/>
                  </a:cubicBezTo>
                  <a:lnTo>
                    <a:pt x="32735" y="16829"/>
                  </a:lnTo>
                  <a:cubicBezTo>
                    <a:pt x="32958" y="16603"/>
                    <a:pt x="32958" y="16241"/>
                    <a:pt x="32735" y="16017"/>
                  </a:cubicBezTo>
                  <a:lnTo>
                    <a:pt x="26264" y="9547"/>
                  </a:lnTo>
                  <a:cubicBezTo>
                    <a:pt x="26041" y="9320"/>
                    <a:pt x="26041" y="8958"/>
                    <a:pt x="26264" y="8735"/>
                  </a:cubicBezTo>
                  <a:lnTo>
                    <a:pt x="26377" y="8618"/>
                  </a:lnTo>
                  <a:cubicBezTo>
                    <a:pt x="26600" y="8395"/>
                    <a:pt x="27044" y="8188"/>
                    <a:pt x="27358" y="8156"/>
                  </a:cubicBezTo>
                  <a:cubicBezTo>
                    <a:pt x="27358" y="8156"/>
                    <a:pt x="28234" y="8071"/>
                    <a:pt x="28781" y="7528"/>
                  </a:cubicBezTo>
                  <a:cubicBezTo>
                    <a:pt x="29732" y="6590"/>
                    <a:pt x="29739" y="5056"/>
                    <a:pt x="28791" y="4108"/>
                  </a:cubicBezTo>
                  <a:cubicBezTo>
                    <a:pt x="28321" y="3638"/>
                    <a:pt x="27705" y="3404"/>
                    <a:pt x="27090" y="3404"/>
                  </a:cubicBezTo>
                  <a:cubicBezTo>
                    <a:pt x="26468" y="3404"/>
                    <a:pt x="25846" y="3643"/>
                    <a:pt x="25374" y="4121"/>
                  </a:cubicBezTo>
                  <a:cubicBezTo>
                    <a:pt x="24831" y="4665"/>
                    <a:pt x="24743" y="5545"/>
                    <a:pt x="24743" y="5545"/>
                  </a:cubicBezTo>
                  <a:cubicBezTo>
                    <a:pt x="24714" y="5858"/>
                    <a:pt x="24507" y="6298"/>
                    <a:pt x="24284" y="6522"/>
                  </a:cubicBezTo>
                  <a:lnTo>
                    <a:pt x="24168" y="6638"/>
                  </a:lnTo>
                  <a:cubicBezTo>
                    <a:pt x="24056" y="6750"/>
                    <a:pt x="23909" y="6806"/>
                    <a:pt x="23762" y="6806"/>
                  </a:cubicBezTo>
                  <a:cubicBezTo>
                    <a:pt x="23614" y="6806"/>
                    <a:pt x="23467" y="6750"/>
                    <a:pt x="23356" y="6638"/>
                  </a:cubicBezTo>
                  <a:lnTo>
                    <a:pt x="16885" y="168"/>
                  </a:lnTo>
                  <a:cubicBezTo>
                    <a:pt x="16773" y="56"/>
                    <a:pt x="16626" y="0"/>
                    <a:pt x="1647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2837;p89">
            <a:extLst>
              <a:ext uri="{FF2B5EF4-FFF2-40B4-BE49-F238E27FC236}">
                <a16:creationId xmlns:a16="http://schemas.microsoft.com/office/drawing/2014/main" id="{4FD743A1-8DB2-91A5-152F-0D5248DD9677}"/>
              </a:ext>
            </a:extLst>
          </p:cNvPr>
          <p:cNvGrpSpPr/>
          <p:nvPr/>
        </p:nvGrpSpPr>
        <p:grpSpPr>
          <a:xfrm>
            <a:off x="2912714" y="2151595"/>
            <a:ext cx="914728" cy="853304"/>
            <a:chOff x="2753373" y="2902523"/>
            <a:chExt cx="347552" cy="325557"/>
          </a:xfrm>
        </p:grpSpPr>
        <p:sp>
          <p:nvSpPr>
            <p:cNvPr id="10" name="Google Shape;12838;p89">
              <a:extLst>
                <a:ext uri="{FF2B5EF4-FFF2-40B4-BE49-F238E27FC236}">
                  <a16:creationId xmlns:a16="http://schemas.microsoft.com/office/drawing/2014/main" id="{4DE3D65F-220B-FD74-9F1F-FFF51F9982AB}"/>
                </a:ext>
              </a:extLst>
            </p:cNvPr>
            <p:cNvSpPr/>
            <p:nvPr/>
          </p:nvSpPr>
          <p:spPr>
            <a:xfrm>
              <a:off x="2807962" y="3018575"/>
              <a:ext cx="86418" cy="29506"/>
            </a:xfrm>
            <a:custGeom>
              <a:avLst/>
              <a:gdLst/>
              <a:ahLst/>
              <a:cxnLst/>
              <a:rect l="l" t="t" r="r" b="b"/>
              <a:pathLst>
                <a:path w="2715" h="927" extrusionOk="0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839;p89">
              <a:extLst>
                <a:ext uri="{FF2B5EF4-FFF2-40B4-BE49-F238E27FC236}">
                  <a16:creationId xmlns:a16="http://schemas.microsoft.com/office/drawing/2014/main" id="{0AD06840-81D8-245B-D70B-C87D311D874F}"/>
                </a:ext>
              </a:extLst>
            </p:cNvPr>
            <p:cNvSpPr/>
            <p:nvPr/>
          </p:nvSpPr>
          <p:spPr>
            <a:xfrm>
              <a:off x="2753373" y="2973376"/>
              <a:ext cx="195213" cy="254704"/>
            </a:xfrm>
            <a:custGeom>
              <a:avLst/>
              <a:gdLst/>
              <a:ahLst/>
              <a:cxnLst/>
              <a:rect l="l" t="t" r="r" b="b"/>
              <a:pathLst>
                <a:path w="6133" h="8002" extrusionOk="0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840;p89">
              <a:extLst>
                <a:ext uri="{FF2B5EF4-FFF2-40B4-BE49-F238E27FC236}">
                  <a16:creationId xmlns:a16="http://schemas.microsoft.com/office/drawing/2014/main" id="{C02C77FD-9CF3-514B-EAA7-26E489062526}"/>
                </a:ext>
              </a:extLst>
            </p:cNvPr>
            <p:cNvSpPr/>
            <p:nvPr/>
          </p:nvSpPr>
          <p:spPr>
            <a:xfrm>
              <a:off x="2905361" y="3195072"/>
              <a:ext cx="10631" cy="32244"/>
            </a:xfrm>
            <a:custGeom>
              <a:avLst/>
              <a:gdLst/>
              <a:ahLst/>
              <a:cxnLst/>
              <a:rect l="l" t="t" r="r" b="b"/>
              <a:pathLst>
                <a:path w="334" h="1013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841;p89">
              <a:extLst>
                <a:ext uri="{FF2B5EF4-FFF2-40B4-BE49-F238E27FC236}">
                  <a16:creationId xmlns:a16="http://schemas.microsoft.com/office/drawing/2014/main" id="{540E001B-964D-8E54-1F3D-1778396E2E66}"/>
                </a:ext>
              </a:extLst>
            </p:cNvPr>
            <p:cNvSpPr/>
            <p:nvPr/>
          </p:nvSpPr>
          <p:spPr>
            <a:xfrm>
              <a:off x="2939069" y="2934735"/>
              <a:ext cx="161856" cy="169049"/>
            </a:xfrm>
            <a:custGeom>
              <a:avLst/>
              <a:gdLst/>
              <a:ahLst/>
              <a:cxnLst/>
              <a:rect l="l" t="t" r="r" b="b"/>
              <a:pathLst>
                <a:path w="5085" h="5311" extrusionOk="0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842;p89">
              <a:extLst>
                <a:ext uri="{FF2B5EF4-FFF2-40B4-BE49-F238E27FC236}">
                  <a16:creationId xmlns:a16="http://schemas.microsoft.com/office/drawing/2014/main" id="{63EADBCA-0580-2298-BA3A-DE8273F891C0}"/>
                </a:ext>
              </a:extLst>
            </p:cNvPr>
            <p:cNvSpPr/>
            <p:nvPr/>
          </p:nvSpPr>
          <p:spPr>
            <a:xfrm>
              <a:off x="3002379" y="2902523"/>
              <a:ext cx="32244" cy="96668"/>
            </a:xfrm>
            <a:custGeom>
              <a:avLst/>
              <a:gdLst/>
              <a:ahLst/>
              <a:cxnLst/>
              <a:rect l="l" t="t" r="r" b="b"/>
              <a:pathLst>
                <a:path w="1013" h="3037" extrusionOk="0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43;p89">
              <a:extLst>
                <a:ext uri="{FF2B5EF4-FFF2-40B4-BE49-F238E27FC236}">
                  <a16:creationId xmlns:a16="http://schemas.microsoft.com/office/drawing/2014/main" id="{0F6BF6A2-D5FF-B370-5D39-0D6D62289ADE}"/>
                </a:ext>
              </a:extLst>
            </p:cNvPr>
            <p:cNvSpPr/>
            <p:nvPr/>
          </p:nvSpPr>
          <p:spPr>
            <a:xfrm>
              <a:off x="3003143" y="3005206"/>
              <a:ext cx="32244" cy="32244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3202;p89">
            <a:extLst>
              <a:ext uri="{FF2B5EF4-FFF2-40B4-BE49-F238E27FC236}">
                <a16:creationId xmlns:a16="http://schemas.microsoft.com/office/drawing/2014/main" id="{25706D0B-868F-DCBF-C4D4-FFBB01AE901F}"/>
              </a:ext>
            </a:extLst>
          </p:cNvPr>
          <p:cNvGrpSpPr/>
          <p:nvPr/>
        </p:nvGrpSpPr>
        <p:grpSpPr>
          <a:xfrm>
            <a:off x="1466547" y="862193"/>
            <a:ext cx="1110803" cy="929113"/>
            <a:chOff x="855096" y="1504485"/>
            <a:chExt cx="380910" cy="339594"/>
          </a:xfrm>
        </p:grpSpPr>
        <p:sp>
          <p:nvSpPr>
            <p:cNvPr id="17" name="Google Shape;13203;p89">
              <a:extLst>
                <a:ext uri="{FF2B5EF4-FFF2-40B4-BE49-F238E27FC236}">
                  <a16:creationId xmlns:a16="http://schemas.microsoft.com/office/drawing/2014/main" id="{4576EDF8-2F97-5136-1E38-3F1F23726801}"/>
                </a:ext>
              </a:extLst>
            </p:cNvPr>
            <p:cNvSpPr/>
            <p:nvPr/>
          </p:nvSpPr>
          <p:spPr>
            <a:xfrm>
              <a:off x="1092707" y="1504485"/>
              <a:ext cx="107299" cy="136837"/>
            </a:xfrm>
            <a:custGeom>
              <a:avLst/>
              <a:gdLst/>
              <a:ahLst/>
              <a:cxnLst/>
              <a:rect l="l" t="t" r="r" b="b"/>
              <a:pathLst>
                <a:path w="3371" h="4299" extrusionOk="0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204;p89">
              <a:extLst>
                <a:ext uri="{FF2B5EF4-FFF2-40B4-BE49-F238E27FC236}">
                  <a16:creationId xmlns:a16="http://schemas.microsoft.com/office/drawing/2014/main" id="{2DB4E387-85F1-32CF-D6EC-67BDDF38F571}"/>
                </a:ext>
              </a:extLst>
            </p:cNvPr>
            <p:cNvSpPr/>
            <p:nvPr/>
          </p:nvSpPr>
          <p:spPr>
            <a:xfrm>
              <a:off x="855096" y="1521896"/>
              <a:ext cx="214152" cy="322183"/>
            </a:xfrm>
            <a:custGeom>
              <a:avLst/>
              <a:gdLst/>
              <a:ahLst/>
              <a:cxnLst/>
              <a:rect l="l" t="t" r="r" b="b"/>
              <a:pathLst>
                <a:path w="6728" h="10122" extrusionOk="0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205;p89">
              <a:extLst>
                <a:ext uri="{FF2B5EF4-FFF2-40B4-BE49-F238E27FC236}">
                  <a16:creationId xmlns:a16="http://schemas.microsoft.com/office/drawing/2014/main" id="{14DA7AA9-CF8A-E94A-C99F-8D45559DD226}"/>
                </a:ext>
              </a:extLst>
            </p:cNvPr>
            <p:cNvSpPr/>
            <p:nvPr/>
          </p:nvSpPr>
          <p:spPr>
            <a:xfrm>
              <a:off x="89641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206;p89">
              <a:extLst>
                <a:ext uri="{FF2B5EF4-FFF2-40B4-BE49-F238E27FC236}">
                  <a16:creationId xmlns:a16="http://schemas.microsoft.com/office/drawing/2014/main" id="{1DC3E26F-9886-A747-75FC-2399E1CE5EB6}"/>
                </a:ext>
              </a:extLst>
            </p:cNvPr>
            <p:cNvSpPr/>
            <p:nvPr/>
          </p:nvSpPr>
          <p:spPr>
            <a:xfrm>
              <a:off x="101539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207;p89">
              <a:extLst>
                <a:ext uri="{FF2B5EF4-FFF2-40B4-BE49-F238E27FC236}">
                  <a16:creationId xmlns:a16="http://schemas.microsoft.com/office/drawing/2014/main" id="{4F655ECB-87FD-9B4B-A29F-EB29D99B6AA3}"/>
                </a:ext>
              </a:extLst>
            </p:cNvPr>
            <p:cNvSpPr/>
            <p:nvPr/>
          </p:nvSpPr>
          <p:spPr>
            <a:xfrm>
              <a:off x="1057471" y="1522660"/>
              <a:ext cx="178534" cy="186110"/>
            </a:xfrm>
            <a:custGeom>
              <a:avLst/>
              <a:gdLst/>
              <a:ahLst/>
              <a:cxnLst/>
              <a:rect l="l" t="t" r="r" b="b"/>
              <a:pathLst>
                <a:path w="5609" h="5847" extrusionOk="0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995;p62">
            <a:extLst>
              <a:ext uri="{FF2B5EF4-FFF2-40B4-BE49-F238E27FC236}">
                <a16:creationId xmlns:a16="http://schemas.microsoft.com/office/drawing/2014/main" id="{FA37B572-82BA-C0E8-5EFF-66C276FBED93}"/>
              </a:ext>
            </a:extLst>
          </p:cNvPr>
          <p:cNvSpPr txBox="1">
            <a:spLocks/>
          </p:cNvSpPr>
          <p:nvPr/>
        </p:nvSpPr>
        <p:spPr>
          <a:xfrm>
            <a:off x="4760499" y="2278281"/>
            <a:ext cx="4233296" cy="2347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2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o"/>
              <a:buNone/>
              <a:defRPr sz="3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Ensures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confidential and tamper-proof </a:t>
            </a:r>
            <a:r>
              <a:rPr lang="en-US" sz="1600" dirty="0"/>
              <a:t>note sharing through End-to-End Encryption (E2EE)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Strengthens user trust </a:t>
            </a:r>
            <a:r>
              <a:rPr lang="en-US" sz="1600" dirty="0"/>
              <a:t>by combining encryption</a:t>
            </a:r>
            <a:r>
              <a:rPr lang="en-US" sz="1600"/>
              <a:t>, hierarchical </a:t>
            </a:r>
            <a:r>
              <a:rPr lang="en-US" sz="1600" dirty="0"/>
              <a:t>access control, and Two-Factor Authentication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Reduces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leaked risks </a:t>
            </a:r>
            <a:r>
              <a:rPr lang="en-US" sz="1600" dirty="0"/>
              <a:t>from cloud-based or insider threats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0" name="Google Shape;1250;p69"/>
          <p:cNvGrpSpPr/>
          <p:nvPr/>
        </p:nvGrpSpPr>
        <p:grpSpPr>
          <a:xfrm>
            <a:off x="2757324" y="624786"/>
            <a:ext cx="3770225" cy="1174938"/>
            <a:chOff x="2757324" y="624786"/>
            <a:chExt cx="3770225" cy="1174938"/>
          </a:xfrm>
        </p:grpSpPr>
        <p:sp>
          <p:nvSpPr>
            <p:cNvPr id="1251" name="Google Shape;1251;p69"/>
            <p:cNvSpPr/>
            <p:nvPr/>
          </p:nvSpPr>
          <p:spPr>
            <a:xfrm rot="-10600592">
              <a:off x="2782022" y="731833"/>
              <a:ext cx="3720830" cy="960844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69"/>
            <p:cNvSpPr/>
            <p:nvPr/>
          </p:nvSpPr>
          <p:spPr>
            <a:xfrm rot="-10797033">
              <a:off x="3314822" y="712386"/>
              <a:ext cx="153627" cy="153627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69"/>
          <p:cNvSpPr txBox="1">
            <a:spLocks noGrp="1"/>
          </p:cNvSpPr>
          <p:nvPr>
            <p:ph type="title"/>
          </p:nvPr>
        </p:nvSpPr>
        <p:spPr>
          <a:xfrm>
            <a:off x="2088000" y="678500"/>
            <a:ext cx="4968000" cy="9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254" name="Google Shape;1254;p69"/>
          <p:cNvSpPr txBox="1">
            <a:spLocks noGrp="1"/>
          </p:cNvSpPr>
          <p:nvPr>
            <p:ph type="subTitle" idx="1"/>
          </p:nvPr>
        </p:nvSpPr>
        <p:spPr>
          <a:xfrm>
            <a:off x="2708263" y="2315513"/>
            <a:ext cx="3727500" cy="9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6F3FF"/>
              </a:buClr>
              <a:buSzPts val="1100"/>
              <a:buFont typeface="Arial"/>
              <a:buNone/>
            </a:pPr>
            <a:r>
              <a:rPr lang="en-US" b="1" dirty="0"/>
              <a:t>Does anyone have any questions?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6F3FF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6F3FF"/>
              </a:buClr>
              <a:buSzPts val="1100"/>
              <a:buFont typeface="Arial"/>
              <a:buNone/>
            </a:pPr>
            <a:r>
              <a:rPr lang="en-US" dirty="0"/>
              <a:t>MAL2020 – Computing Group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6F3FF"/>
              </a:buClr>
              <a:buSzPts val="1100"/>
              <a:buFont typeface="Arial"/>
              <a:buNone/>
            </a:pPr>
            <a:r>
              <a:rPr lang="en-US"/>
              <a:t>Group 4</a:t>
            </a:r>
            <a:endParaRPr lang="en-US" dirty="0"/>
          </a:p>
        </p:txBody>
      </p:sp>
      <p:sp>
        <p:nvSpPr>
          <p:cNvPr id="1256" name="Google Shape;1256;p69"/>
          <p:cNvSpPr/>
          <p:nvPr/>
        </p:nvSpPr>
        <p:spPr>
          <a:xfrm>
            <a:off x="3579026" y="1795123"/>
            <a:ext cx="388517" cy="388973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7" name="Google Shape;1257;p69"/>
          <p:cNvGrpSpPr/>
          <p:nvPr/>
        </p:nvGrpSpPr>
        <p:grpSpPr>
          <a:xfrm>
            <a:off x="4111753" y="1795246"/>
            <a:ext cx="388967" cy="388537"/>
            <a:chOff x="3303268" y="3817349"/>
            <a:chExt cx="346056" cy="345674"/>
          </a:xfrm>
        </p:grpSpPr>
        <p:sp>
          <p:nvSpPr>
            <p:cNvPr id="1258" name="Google Shape;1258;p69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69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69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69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69"/>
          <p:cNvGrpSpPr/>
          <p:nvPr/>
        </p:nvGrpSpPr>
        <p:grpSpPr>
          <a:xfrm>
            <a:off x="4640680" y="1795246"/>
            <a:ext cx="388967" cy="388537"/>
            <a:chOff x="3752358" y="3817349"/>
            <a:chExt cx="346056" cy="345674"/>
          </a:xfrm>
        </p:grpSpPr>
        <p:sp>
          <p:nvSpPr>
            <p:cNvPr id="1263" name="Google Shape;1263;p69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69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69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69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7" name="Google Shape;1267;p69"/>
          <p:cNvGrpSpPr/>
          <p:nvPr/>
        </p:nvGrpSpPr>
        <p:grpSpPr>
          <a:xfrm>
            <a:off x="5172412" y="1795238"/>
            <a:ext cx="388967" cy="388537"/>
            <a:chOff x="2238181" y="4120624"/>
            <a:chExt cx="346056" cy="345674"/>
          </a:xfrm>
        </p:grpSpPr>
        <p:grpSp>
          <p:nvGrpSpPr>
            <p:cNvPr id="1268" name="Google Shape;1268;p69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269" name="Google Shape;1269;p69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69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1" name="Google Shape;1271;p69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298</Words>
  <Application>Microsoft Office PowerPoint</Application>
  <PresentationFormat>On-screen Show (16:9)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Krona One</vt:lpstr>
      <vt:lpstr>Arimo</vt:lpstr>
      <vt:lpstr>Arial</vt:lpstr>
      <vt:lpstr>Creative Startup Pitch Deck</vt:lpstr>
      <vt:lpstr>Secure File Sharing with End-to-End Encryption</vt:lpstr>
      <vt:lpstr>INTRODUCTION</vt:lpstr>
      <vt:lpstr>THE “OBJECTIVES”</vt:lpstr>
      <vt:lpstr>Competitive Landscape</vt:lpstr>
      <vt:lpstr>SYSTEM ARCHITECTURE</vt:lpstr>
      <vt:lpstr>Methodology &amp; Resources Used</vt:lpstr>
      <vt:lpstr>PRODUCT DEMO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Wayden Wei Chyeh Ooi</cp:lastModifiedBy>
  <cp:revision>1</cp:revision>
  <dcterms:modified xsi:type="dcterms:W3CDTF">2025-11-21T08:35:23Z</dcterms:modified>
</cp:coreProperties>
</file>